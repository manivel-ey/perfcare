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_80000000_B236BCD5.xml" ContentType="application/vnd.openxmlformats-officedocument.presentationml.slideMaster+xml"/>
  <Override PartName="/ppt/slides/slide_A01_DA919706.xml" ContentType="application/vnd.openxmlformats-officedocument.presentationml.slide+xml"/>
  <Override PartName="/ppt/slides/slide_A02_7173F3D2.xml" ContentType="application/vnd.openxmlformats-officedocument.presentationml.slide+xml"/>
  <Override PartName="/ppt/slides/slide_A03_A9440604.xml" ContentType="application/vnd.openxmlformats-officedocument.presentationml.slide+xml"/>
  <Override PartName="/ppt/slides/slide_A04_273A27FD.xml" ContentType="application/vnd.openxmlformats-officedocument.presentationml.slide+xml"/>
  <Override PartName="/ppt/slides/slide_A05_B0CC587C.xml" ContentType="application/vnd.openxmlformats-officedocument.presentationml.slide+xml"/>
  <Override PartName="/ppt/slides/slide_A06_E44FAAE6.xml" ContentType="application/vnd.openxmlformats-officedocument.presentationml.slide+xml"/>
  <Override PartName="/ppt/slides/slide_A07_D76E3507.xml" ContentType="application/vnd.openxmlformats-officedocument.presentationml.slide+xml"/>
  <Override PartName="/ppt/slides/slide_A08_5C8622DE.xml" ContentType="application/vnd.openxmlformats-officedocument.presentationml.slide+xml"/>
  <Override PartName="/ppt/slides/slide_A09_77B451F8.xml" ContentType="application/vnd.openxmlformats-officedocument.presentationml.slide+xml"/>
  <Override PartName="/ppt/slides/slide_A0A_ACE1A30E.xml" ContentType="application/vnd.openxmlformats-officedocument.presentationml.slide+xml"/>
  <Override PartName="/ppt/slides/slide_A0B_BA0570C1.xml" ContentType="application/vnd.openxmlformats-officedocument.presentationml.slide+xml"/>
  <Override PartName="/ppt/slides/slide_A0C_6330F8EB.xml" ContentType="application/vnd.openxmlformats-officedocument.presentationml.slide+xml"/>
  <Override PartName="/ppt/slides/slide_A0D_83EF5EB5.xml" ContentType="application/vnd.openxmlformats-officedocument.presentationml.slide+xml"/>
  <Override PartName="/ppt/slides/slide_A0E_10DFE3DF.xml" ContentType="application/vnd.openxmlformats-officedocument.presentationml.slide+xml"/>
  <Override PartName="/ppt/slides/slide_A0F_11B7524.xml" ContentType="application/vnd.openxmlformats-officedocument.presentationml.slide+xml"/>
  <Override PartName="/ppt/slides/slide_A10_952B4D09.xml" ContentType="application/vnd.openxmlformats-officedocument.presentationml.slide+xml"/>
  <Override PartName="/ppt/slides/slide_A11_32A88D4C.xml" ContentType="application/vnd.openxmlformats-officedocument.presentationml.slide+xml"/>
  <Override PartName="/ppt/slides/slide_A12_BF044C30.xml" ContentType="application/vnd.openxmlformats-officedocument.presentationml.slide+xml"/>
  <Override PartName="/ppt/slides/slide_A13_49544F89.xml" ContentType="application/vnd.openxmlformats-officedocument.presentationml.slide+xml"/>
  <Override PartName="/ppt/slides/slide_A14_C70CC661.xml" ContentType="application/vnd.openxmlformats-officedocument.presentationml.slide+xml"/>
  <Override PartName="/ppt/slides/slide_A15_38A05D6D.xml" ContentType="application/vnd.openxmlformats-officedocument.presentationml.slide+xml"/>
  <Override PartName="/ppt/notesMasters/notesMaster_0_307A6157.xml" ContentType="application/vnd.openxmlformats-officedocument.presentationml.notesMaster+xml"/>
  <Override PartName="/ppt/presProps.xml" ContentType="application/vnd.openxmlformats-officedocument.presentationml.presProps+xml"/>
  <Override PartName="/ppt/theme/theme_80000000_B236BCD5.xml" ContentType="application/vnd.openxmlformats-officedocument.theme+xml"/>
  <Override PartName="/ppt/tableStyles.xml" ContentType="application/vnd.openxmlformats-officedocument.presentationml.tableStyles+xml"/>
  <Override PartName="/ppt/slideLayouts/slideLayout_80000001_BD58AE4E.xml" ContentType="application/vnd.openxmlformats-officedocument.presentationml.slideLayout+xml"/>
  <Override PartName="/ppt/slideLayouts/slideLayout_80000002_CB046BAF.xml" ContentType="application/vnd.openxmlformats-officedocument.presentationml.slideLayout+xml"/>
  <Override PartName="/ppt/slideLayouts/slideLayout_80000003_90649660.xml" ContentType="application/vnd.openxmlformats-officedocument.presentationml.slideLayout+xml"/>
  <Override PartName="/ppt/slideLayouts/slideLayout_80000004_FA212EAA.xml" ContentType="application/vnd.openxmlformats-officedocument.presentationml.slideLayout+xml"/>
  <Override PartName="/ppt/slideLayouts/slideLayout_80000005_C929DE0E.xml" ContentType="application/vnd.openxmlformats-officedocument.presentationml.slideLayout+xml"/>
  <Override PartName="/ppt/slideLayouts/slideLayout_80000006_E64BE074.xml" ContentType="application/vnd.openxmlformats-officedocument.presentationml.slideLayout+xml"/>
  <Override PartName="/ppt/slideLayouts/slideLayout_80000007_B658406.xml" ContentType="application/vnd.openxmlformats-officedocument.presentationml.slideLayout+xml"/>
  <Override PartName="/ppt/slideLayouts/slideLayout_80000008_F0E07E1.xml" ContentType="application/vnd.openxmlformats-officedocument.presentationml.slideLayout+xml"/>
  <Override PartName="/ppt/slideLayouts/slideLayout_80000009_D14C2114.xml" ContentType="application/vnd.openxmlformats-officedocument.presentationml.slideLayout+xml"/>
  <Override PartName="/ppt/slideLayouts/slideLayout_8000000A_AA7A56BD.xml" ContentType="application/vnd.openxmlformats-officedocument.presentationml.slideLayout+xml"/>
  <Override PartName="/ppt/slideLayouts/slideLayout_8000000B_10928589.xml" ContentType="application/vnd.openxmlformats-officedocument.presentationml.slideLayout+xml"/>
  <Override PartName="/ppt/slideLayouts/slideLayout_80000018_786417F9.xml" ContentType="application/vnd.openxmlformats-officedocument.presentationml.slideLayout+xml"/>
  <Override PartName="/ppt/slideLayouts/slideLayout_80000019_7226F59B.xml" ContentType="application/vnd.openxmlformats-officedocument.presentationml.slideLayout+xml"/>
  <Override PartName="/ppt/slideLayouts/slideLayout_8000001A_A2C72040.xml" ContentType="application/vnd.openxmlformats-officedocument.presentationml.slideLayout+xml"/>
  <Override PartName="/ppt/slideLayouts/slideLayout_8000001B_AFC11586.xml" ContentType="application/vnd.openxmlformats-officedocument.presentationml.slideLayout+xml"/>
  <Override PartName="/ppt/slideLayouts/slideLayout_8000001C_AE4A73BE.xml" ContentType="application/vnd.openxmlformats-officedocument.presentationml.slideLayout+xml"/>
  <Override PartName="/ppt/slideLayouts/slideLayout_8000001D_2EA2B979.xml" ContentType="application/vnd.openxmlformats-officedocument.presentationml.slideLayout+xml"/>
  <Override PartName="/ppt/slideLayouts/slideLayout_8000001E_1D29A21C.xml" ContentType="application/vnd.openxmlformats-officedocument.presentationml.slideLayout+xml"/>
  <Override PartName="/ppt/slideLayouts/slideLayout_8000001F_CF760D28.xml" ContentType="application/vnd.openxmlformats-officedocument.presentationml.slideLayout+xml"/>
  <Override PartName="/ppt/slideLayouts/slideLayout_80000020_1F063BEC.xml" ContentType="application/vnd.openxmlformats-officedocument.presentationml.slideLayout+xml"/>
  <Override PartName="/ppt/slideLayouts/slideLayout_80000021_D22137D8.xml" ContentType="application/vnd.openxmlformats-officedocument.presentationml.slideLayout+xml"/>
  <Override PartName="/ppt/slideLayouts/slideLayout_80000022_EDC47FDB.xml" ContentType="application/vnd.openxmlformats-officedocument.presentationml.slideLayout+xml"/>
  <Override PartName="/ppt/slideLayouts/slideLayout_80000023_61E5F2D.xml" ContentType="application/vnd.openxmlformats-officedocument.presentationml.slideLayout+xml"/>
  <Override PartName="/ppt/slideLayouts/slideLayout_80000024_6D37E8BF.xml" ContentType="application/vnd.openxmlformats-officedocument.presentationml.slideLayout+xml"/>
  <Override PartName="/ppt/slideLayouts/slideLayout_80000025_B778B140.xml" ContentType="application/vnd.openxmlformats-officedocument.presentationml.slideLayout+xml"/>
  <Override PartName="/ppt/slideLayouts/slideLayout_80000026_ED0D3FFB.xml" ContentType="application/vnd.openxmlformats-officedocument.presentationml.slideLayout+xml"/>
  <Override PartName="/ppt/slideLayouts/slideLayout_80000027_2A39A785.xml" ContentType="application/vnd.openxmlformats-officedocument.presentationml.slideLayout+xml"/>
  <Override PartName="/ppt/slideLayouts/slideLayout_80000028_F72A6532.xml" ContentType="application/vnd.openxmlformats-officedocument.presentationml.slideLayout+xml"/>
  <Override PartName="/ppt/slideLayouts/slideLayout_80000029_68A100BA.xml" ContentType="application/vnd.openxmlformats-officedocument.presentationml.slideLayout+xml"/>
  <Override PartName="/ppt/slideLayouts/slideLayout_8000002A_174972E2.xml" ContentType="application/vnd.openxmlformats-officedocument.presentationml.slideLayout+xml"/>
  <Override PartName="/ppt/slideLayouts/slideLayout_8000002B_D7AC3EF7.xml" ContentType="application/vnd.openxmlformats-officedocument.presentationml.slideLayout+xml"/>
  <Override PartName="/ppt/slideLayouts/slideLayout_8000002C_2F6E9175.xml" ContentType="application/vnd.openxmlformats-officedocument.presentationml.slideLayout+xml"/>
  <Override PartName="/ppt/slideLayouts/slideLayout_8000002D_3526F401.xml" ContentType="application/vnd.openxmlformats-officedocument.presentationml.slideLayout+xml"/>
  <Override PartName="/ppt/slideLayouts/slideLayout_8000002E_DF2A3FA4.xml" ContentType="application/vnd.openxmlformats-officedocument.presentationml.slideLayout+xml"/>
  <Override PartName="/ppt/slideLayouts/slideLayout_8000002F_4D3A743C.xml" ContentType="application/vnd.openxmlformats-officedocument.presentationml.slideLayout+xml"/>
  <Override PartName="/ppt/slideLayouts/slideLayout_80000030_F7866422.xml" ContentType="application/vnd.openxmlformats-officedocument.presentationml.slideLayout+xml"/>
  <Override PartName="/ppt/slideLayouts/slideLayout_80000031_B3103A5.xml" ContentType="application/vnd.openxmlformats-officedocument.presentationml.slideLayout+xml"/>
  <Override PartName="/ppt/slideLayouts/slideLayout_80000032_8277235.xml" ContentType="application/vnd.openxmlformats-officedocument.presentationml.slideLayout+xml"/>
  <Override PartName="/ppt/slideLayouts/slideLayout_80000033_F6CC75B9.xml" ContentType="application/vnd.openxmlformats-officedocument.presentationml.slideLayout+xml"/>
  <Override PartName="/ppt/slideLayouts/slideLayout_80000034_39253CFA.xml" ContentType="application/vnd.openxmlformats-officedocument.presentationml.slideLayout+xml"/>
  <Override PartName="/ppt/slideLayouts/slideLayout_80000035_E62208F8.xml" ContentType="application/vnd.openxmlformats-officedocument.presentationml.slideLayout+xml"/>
  <Override PartName="/ppt/slideLayouts/slideLayout_80000036_34071CB1.xml" ContentType="application/vnd.openxmlformats-officedocument.presentationml.slideLayout+xml"/>
  <Override PartName="/ppt/slideLayouts/slideLayout_80000037_A53090D9.xml" ContentType="application/vnd.openxmlformats-officedocument.presentationml.slideLayout+xml"/>
  <Override PartName="/ppt/slideLayouts/slideLayout_80000038_2681EB05.xml" ContentType="application/vnd.openxmlformats-officedocument.presentationml.slideLayout+xml"/>
  <Override PartName="/ppt/slideLayouts/slideLayout_80000039_EDD9075D.xml" ContentType="application/vnd.openxmlformats-officedocument.presentationml.slideLayout+xml"/>
  <Override PartName="/ppt/slideLayouts/slideLayout_8000003A_10CCD0AD.xml" ContentType="application/vnd.openxmlformats-officedocument.presentationml.slideLayout+xml"/>
  <Override PartName="/ppt/slideLayouts/slideLayout_8000003B_7EE7B338.xml" ContentType="application/vnd.openxmlformats-officedocument.presentationml.slideLayout+xml"/>
  <Override PartName="/ppt/slideLayouts/slideLayout_8000003C_8F7AE5AA.xml" ContentType="application/vnd.openxmlformats-officedocument.presentationml.slideLayout+xml"/>
  <Override PartName="/ppt/slideLayouts/slideLayout_8000003D_2DF8A4E2.xml" ContentType="application/vnd.openxmlformats-officedocument.presentationml.slideLayout+xml"/>
  <Override PartName="/ppt/theme/theme_0_307A6157.xml" ContentType="application/vnd.openxmlformats-officedocument.theme+xml"/>
  <Override PartName="/ppt/notesSlides/notesSlide_A01_DA919706.xml" ContentType="application/vnd.openxmlformats-officedocument.presentationml.notesSlide+xml"/>
  <Override PartName="/ppt/notesSlides/notesSlide_A02_7173F3D2.xml" ContentType="application/vnd.openxmlformats-officedocument.presentationml.notesSlide+xml"/>
  <Override PartName="/ppt/notesSlides/notesSlide_A03_A9440604.xml" ContentType="application/vnd.openxmlformats-officedocument.presentationml.notesSlide+xml"/>
  <Override PartName="/ppt/notesSlides/notesSlide_A04_273A27FD.xml" ContentType="application/vnd.openxmlformats-officedocument.presentationml.notesSlide+xml"/>
  <Override PartName="/ppt/notesSlides/notesSlide_A05_B0CC587C.xml" ContentType="application/vnd.openxmlformats-officedocument.presentationml.notesSlide+xml"/>
  <Override PartName="/ppt/notesSlides/notesSlide_A06_E44FAAE6.xml" ContentType="application/vnd.openxmlformats-officedocument.presentationml.notesSlide+xml"/>
  <Override PartName="/ppt/notesSlides/notesSlide_A07_D76E3507.xml" ContentType="application/vnd.openxmlformats-officedocument.presentationml.notesSlide+xml"/>
  <Override PartName="/ppt/notesSlides/notesSlide_A08_5C8622DE.xml" ContentType="application/vnd.openxmlformats-officedocument.presentationml.notesSlide+xml"/>
  <Override PartName="/ppt/notesSlides/notesSlide_A09_77B451F8.xml" ContentType="application/vnd.openxmlformats-officedocument.presentationml.notesSlide+xml"/>
  <Override PartName="/ppt/notesSlides/notesSlide_A0A_ACE1A30E.xml" ContentType="application/vnd.openxmlformats-officedocument.presentationml.notesSlide+xml"/>
  <Override PartName="/ppt/notesSlides/notesSlide_A0B_BA0570C1.xml" ContentType="application/vnd.openxmlformats-officedocument.presentationml.notesSlide+xml"/>
  <Override PartName="/ppt/notesSlides/notesSlide_A0C_6330F8EB.xml" ContentType="application/vnd.openxmlformats-officedocument.presentationml.notesSlide+xml"/>
  <Override PartName="/ppt/notesSlides/notesSlide_A0D_83EF5EB5.xml" ContentType="application/vnd.openxmlformats-officedocument.presentationml.notesSlide+xml"/>
  <Override PartName="/ppt/notesSlides/notesSlide_A0E_10DFE3DF.xml" ContentType="application/vnd.openxmlformats-officedocument.presentationml.notesSlide+xml"/>
  <Override PartName="/ppt/notesSlides/notesSlide_A0F_11B7524.xml" ContentType="application/vnd.openxmlformats-officedocument.presentationml.notesSlide+xml"/>
  <Override PartName="/ppt/notesSlides/notesSlide_A10_952B4D09.xml" ContentType="application/vnd.openxmlformats-officedocument.presentationml.notesSlide+xml"/>
  <Override PartName="/ppt/notesSlides/notesSlide_A11_32A88D4C.xml" ContentType="application/vnd.openxmlformats-officedocument.presentationml.notesSlide+xml"/>
  <Override PartName="/ppt/notesSlides/notesSlide_A12_BF044C30.xml" ContentType="application/vnd.openxmlformats-officedocument.presentationml.notesSlide+xml"/>
  <Override PartName="/ppt/notesSlides/notesSlide_A13_49544F89.xml" ContentType="application/vnd.openxmlformats-officedocument.presentationml.notesSlide+xml"/>
  <Override PartName="/ppt/notesSlides/notesSlide_A14_C70CC661.xml" ContentType="application/vnd.openxmlformats-officedocument.presentationml.notesSlide+xml"/>
  <Override PartName="/ppt/notesSlides/notesSlide_A15_38A05D6D.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 id="2574" r:id="rId15"/>
    <p:sldId id="2575" r:id="rId16"/>
    <p:sldId id="2576" r:id="rId17"/>
    <p:sldId id="2577" r:id="rId18"/>
    <p:sldId id="2578" r:id="rId19"/>
    <p:sldId id="2579" r:id="rId20"/>
    <p:sldId id="2580" r:id="rId21"/>
    <p:sldId id="2581"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ppraisal Presentation" id="{EB72398B-E08E-4039-ABFE-DD2F5F160527}">
          <p14:sldIdLst>
            <p14:sldId id="2561"/>
          </p14:sldIdLst>
        </p14:section>
        <p14:section name="Executive Summary" id="{91C42B92-DCB8-467F-8387-DB1B7F8C1BA9}">
          <p14:sldIdLst>
            <p14:sldId id="2562"/>
            <p14:sldId id="2563"/>
          </p14:sldIdLst>
        </p14:section>
        <p14:section name="Revenue Performance" id="{5DBB3186-D9E3-4A54-8652-64AC6DABE2FC}">
          <p14:sldIdLst>
            <p14:sldId id="2564"/>
            <p14:sldId id="2565"/>
          </p14:sldIdLst>
        </p14:section>
        <p14:section name="Key Clients" id="{C1D1253A-620C-431C-A069-88B2A8261DAA}">
          <p14:sldIdLst>
            <p14:sldId id="2566"/>
            <p14:sldId id="2567"/>
          </p14:sldIdLst>
        </p14:section>
        <p14:section name="Key Project 1: CI/CD Pipeline" id="{DDD82AFC-16DF-4D1C-BD84-2B119110EA13}">
          <p14:sldIdLst>
            <p14:sldId id="2568"/>
            <p14:sldId id="2569"/>
          </p14:sldIdLst>
        </p14:section>
        <p14:section name="Key Project 2: Observability" id="{EF6394FE-B33E-4434-8C24-5C737CFA4FEC}">
          <p14:sldIdLst>
            <p14:sldId id="2570"/>
            <p14:sldId id="2571"/>
          </p14:sldIdLst>
        </p14:section>
        <p14:section name="Key Project 3: Launchpad" id="{DA7E1566-9610-4B3D-B1FA-5760E017B91E}">
          <p14:sldIdLst>
            <p14:sldId id="2572"/>
            <p14:sldId id="2573"/>
          </p14:sldIdLst>
        </p14:section>
        <p14:section name="Value Created" id="{5F7022F5-52A7-4C95-8A52-F20C1933713E}">
          <p14:sldIdLst>
            <p14:sldId id="2574"/>
            <p14:sldId id="2575"/>
          </p14:sldIdLst>
        </p14:section>
        <p14:section name="Leadership &amp; Contributions" id="{D183466E-754B-44D2-9DAC-4F381E1E8B01}">
          <p14:sldIdLst>
            <p14:sldId id="2576"/>
            <p14:sldId id="2577"/>
          </p14:sldIdLst>
        </p14:section>
        <p14:section name="Challenges &amp; Mitigation" id="{DBE34D92-ADD7-4DE8-833E-166B631B916B}">
          <p14:sldIdLst>
            <p14:sldId id="2578"/>
            <p14:sldId id="2579"/>
          </p14:sldIdLst>
        </p14:section>
        <p14:section name="H2 Commitments" id="{3E495847-C7DA-472B-B6BC-97348A157FBD}">
          <p14:sldIdLst>
            <p14:sldId id="2580"/>
            <p14:sldId id="25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Id8" Type="http://schemas.openxmlformats.org/officeDocument/2006/relationships/slide" Target="slides/slide_A07_D76E3507.xml"/><Relationship Id="rId13" Type="http://schemas.openxmlformats.org/officeDocument/2006/relationships/slide" Target="slides/slide_A0C_6330F8EB.xml"/><Relationship Id="rId18" Type="http://schemas.openxmlformats.org/officeDocument/2006/relationships/slide" Target="slides/slide_A11_32A88D4C.xml"/><Relationship Id="rId26" Type="http://schemas.openxmlformats.org/officeDocument/2006/relationships/tableStyles" Target="tableStyles.xml"/><Relationship Id="rId3" Type="http://schemas.openxmlformats.org/officeDocument/2006/relationships/slide" Target="slides/slide_A02_7173F3D2.xml"/><Relationship Id="rId21" Type="http://schemas.openxmlformats.org/officeDocument/2006/relationships/slide" Target="slides/slide_A14_C70CC661.xml"/><Relationship Id="rId7" Type="http://schemas.openxmlformats.org/officeDocument/2006/relationships/slide" Target="slides/slide_A06_E44FAAE6.xml"/><Relationship Id="rId12" Type="http://schemas.openxmlformats.org/officeDocument/2006/relationships/slide" Target="slides/slide_A0B_BA0570C1.xml"/><Relationship Id="rId17" Type="http://schemas.openxmlformats.org/officeDocument/2006/relationships/slide" Target="slides/slide_A10_952B4D09.xml"/><Relationship Id="rId25" Type="http://schemas.openxmlformats.org/officeDocument/2006/relationships/theme" Target="theme/theme_80000000_B236BCD5.xml"/><Relationship Id="rId2" Type="http://schemas.openxmlformats.org/officeDocument/2006/relationships/slide" Target="slides/slide_A01_DA919706.xml"/><Relationship Id="rId16" Type="http://schemas.openxmlformats.org/officeDocument/2006/relationships/slide" Target="slides/slide_A0F_11B7524.xml"/><Relationship Id="rId20" Type="http://schemas.openxmlformats.org/officeDocument/2006/relationships/slide" Target="slides/slide_A13_49544F89.xml"/><Relationship Id="rId1" Type="http://schemas.openxmlformats.org/officeDocument/2006/relationships/slideMaster" Target="slideMasters/slideMaster_80000000_B236BCD5.xml"/><Relationship Id="rId6" Type="http://schemas.openxmlformats.org/officeDocument/2006/relationships/slide" Target="slides/slide_A05_B0CC587C.xml"/><Relationship Id="rId11" Type="http://schemas.openxmlformats.org/officeDocument/2006/relationships/slide" Target="slides/slide_A0A_ACE1A30E.xml"/><Relationship Id="rId24" Type="http://schemas.openxmlformats.org/officeDocument/2006/relationships/presProps" Target="presProps.xml"/><Relationship Id="rId5" Type="http://schemas.openxmlformats.org/officeDocument/2006/relationships/slide" Target="slides/slide_A04_273A27FD.xml"/><Relationship Id="rId15" Type="http://schemas.openxmlformats.org/officeDocument/2006/relationships/slide" Target="slides/slide_A0E_10DFE3DF.xml"/><Relationship Id="rId23" Type="http://schemas.openxmlformats.org/officeDocument/2006/relationships/notesMaster" Target="notesMasters/notesMaster_0_307A6157.xml"/><Relationship Id="rId10" Type="http://schemas.openxmlformats.org/officeDocument/2006/relationships/slide" Target="slides/slide_A09_77B451F8.xml"/><Relationship Id="rId19" Type="http://schemas.openxmlformats.org/officeDocument/2006/relationships/slide" Target="slides/slide_A12_BF044C30.xml"/><Relationship Id="rId4" Type="http://schemas.openxmlformats.org/officeDocument/2006/relationships/slide" Target="slides/slide_A03_A9440604.xml"/><Relationship Id="rId9" Type="http://schemas.openxmlformats.org/officeDocument/2006/relationships/slide" Target="slides/slide_A08_5C8622DE.xml"/><Relationship Id="rId14" Type="http://schemas.openxmlformats.org/officeDocument/2006/relationships/slide" Target="slides/slide_A0D_83EF5EB5.xml"/><Relationship Id="rId22" Type="http://schemas.openxmlformats.org/officeDocument/2006/relationships/slide" Target="slides/slide_A15_38A05D6D.xml"/></Relationships>
</file>

<file path=ppt/notesMasters/_rels/notesMaster_0_307A6157.xml.rels><?xml version="1.0" encoding="UTF-8" standalone="yes"?>
<Relationships xmlns="http://schemas.openxmlformats.org/package/2006/relationships"><Relationship Id="rId1" Type="http://schemas.openxmlformats.org/officeDocument/2006/relationships/theme" Target="../theme/theme_0_307A6157.xml"/></Relationships>
</file>

<file path=ppt/notesMasters/notesMaster_0_307A6157.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C235DA-BA0B-44B0-A27C-50F131BD5BE9}" type="datetimeFigureOut">
              <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66BEDA-D59C-4EB2-8D05-B76FC536B9EE}" type="slidenum">
              <a:t/>
            </a:fld>
            <a:endParaRPr lang="en-US"/>
          </a:p>
        </p:txBody>
      </p:sp>
    </p:spTree>
    <p:extLst>
      <p:ext uri="{BB962C8B-B14F-4D97-AF65-F5344CB8AC3E}">
        <p14:creationId xmlns:p14="http://schemas.microsoft.com/office/powerpoint/2010/main" val="8133266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_A0A_ACE1A30E.xml.rels><?xml version="1.0" encoding="UTF-8" standalone="yes"?>
<Relationships xmlns="http://schemas.openxmlformats.org/package/2006/relationships"><Relationship Id="rId2" Type="http://schemas.openxmlformats.org/officeDocument/2006/relationships/slide" Target="../slides/slide_A0A_ACE1A30E.xml"/><Relationship Id="rId1" Type="http://schemas.openxmlformats.org/officeDocument/2006/relationships/notesMaster" Target="../notesMasters/notesMaster_0_307A6157.xml"/></Relationships>
</file>

<file path=ppt/notesSlides/_rels/notesSlide_A0B_BA0570C1.xml.rels><?xml version="1.0" encoding="UTF-8" standalone="yes"?>
<Relationships xmlns="http://schemas.openxmlformats.org/package/2006/relationships"><Relationship Id="rId2" Type="http://schemas.openxmlformats.org/officeDocument/2006/relationships/slide" Target="../slides/slide_A0B_BA0570C1.xml"/><Relationship Id="rId1" Type="http://schemas.openxmlformats.org/officeDocument/2006/relationships/notesMaster" Target="../notesMasters/notesMaster_0_307A6157.xml"/></Relationships>
</file>

<file path=ppt/notesSlides/_rels/notesSlide_A0C_6330F8EB.xml.rels><?xml version="1.0" encoding="UTF-8" standalone="yes"?>
<Relationships xmlns="http://schemas.openxmlformats.org/package/2006/relationships"><Relationship Id="rId2" Type="http://schemas.openxmlformats.org/officeDocument/2006/relationships/slide" Target="../slides/slide_A0C_6330F8EB.xml"/><Relationship Id="rId1" Type="http://schemas.openxmlformats.org/officeDocument/2006/relationships/notesMaster" Target="../notesMasters/notesMaster_0_307A6157.xml"/></Relationships>
</file>

<file path=ppt/notesSlides/_rels/notesSlide_A0D_83EF5EB5.xml.rels><?xml version="1.0" encoding="UTF-8" standalone="yes"?>
<Relationships xmlns="http://schemas.openxmlformats.org/package/2006/relationships"><Relationship Id="rId2" Type="http://schemas.openxmlformats.org/officeDocument/2006/relationships/slide" Target="../slides/slide_A0D_83EF5EB5.xml"/><Relationship Id="rId1" Type="http://schemas.openxmlformats.org/officeDocument/2006/relationships/notesMaster" Target="../notesMasters/notesMaster_0_307A6157.xml"/></Relationships>
</file>

<file path=ppt/notesSlides/_rels/notesSlide_A0E_10DFE3DF.xml.rels><?xml version="1.0" encoding="UTF-8" standalone="yes"?>
<Relationships xmlns="http://schemas.openxmlformats.org/package/2006/relationships"><Relationship Id="rId2" Type="http://schemas.openxmlformats.org/officeDocument/2006/relationships/slide" Target="../slides/slide_A0E_10DFE3DF.xml"/><Relationship Id="rId1" Type="http://schemas.openxmlformats.org/officeDocument/2006/relationships/notesMaster" Target="../notesMasters/notesMaster_0_307A6157.xml"/></Relationships>
</file>

<file path=ppt/notesSlides/_rels/notesSlide_A0F_11B7524.xml.rels><?xml version="1.0" encoding="UTF-8" standalone="yes"?>
<Relationships xmlns="http://schemas.openxmlformats.org/package/2006/relationships"><Relationship Id="rId2" Type="http://schemas.openxmlformats.org/officeDocument/2006/relationships/slide" Target="../slides/slide_A0F_11B7524.xml"/><Relationship Id="rId1" Type="http://schemas.openxmlformats.org/officeDocument/2006/relationships/notesMaster" Target="../notesMasters/notesMaster_0_307A6157.xml"/></Relationships>
</file>

<file path=ppt/notesSlides/_rels/notesSlide_A01_DA919706.xml.rels><?xml version="1.0" encoding="UTF-8" standalone="yes"?>
<Relationships xmlns="http://schemas.openxmlformats.org/package/2006/relationships"><Relationship Id="rId2" Type="http://schemas.openxmlformats.org/officeDocument/2006/relationships/slide" Target="../slides/slide_A01_DA919706.xml"/><Relationship Id="rId1" Type="http://schemas.openxmlformats.org/officeDocument/2006/relationships/notesMaster" Target="../notesMasters/notesMaster_0_307A6157.xml"/></Relationships>
</file>

<file path=ppt/notesSlides/_rels/notesSlide_A02_7173F3D2.xml.rels><?xml version="1.0" encoding="UTF-8" standalone="yes"?>
<Relationships xmlns="http://schemas.openxmlformats.org/package/2006/relationships"><Relationship Id="rId2" Type="http://schemas.openxmlformats.org/officeDocument/2006/relationships/slide" Target="../slides/slide_A02_7173F3D2.xml"/><Relationship Id="rId1" Type="http://schemas.openxmlformats.org/officeDocument/2006/relationships/notesMaster" Target="../notesMasters/notesMaster_0_307A6157.xml"/></Relationships>
</file>

<file path=ppt/notesSlides/_rels/notesSlide_A03_A9440604.xml.rels><?xml version="1.0" encoding="UTF-8" standalone="yes"?>
<Relationships xmlns="http://schemas.openxmlformats.org/package/2006/relationships"><Relationship Id="rId2" Type="http://schemas.openxmlformats.org/officeDocument/2006/relationships/slide" Target="../slides/slide_A03_A9440604.xml"/><Relationship Id="rId1" Type="http://schemas.openxmlformats.org/officeDocument/2006/relationships/notesMaster" Target="../notesMasters/notesMaster_0_307A6157.xml"/></Relationships>
</file>

<file path=ppt/notesSlides/_rels/notesSlide_A04_273A27FD.xml.rels><?xml version="1.0" encoding="UTF-8" standalone="yes"?>
<Relationships xmlns="http://schemas.openxmlformats.org/package/2006/relationships"><Relationship Id="rId2" Type="http://schemas.openxmlformats.org/officeDocument/2006/relationships/slide" Target="../slides/slide_A04_273A27FD.xml"/><Relationship Id="rId1" Type="http://schemas.openxmlformats.org/officeDocument/2006/relationships/notesMaster" Target="../notesMasters/notesMaster_0_307A6157.xml"/></Relationships>
</file>

<file path=ppt/notesSlides/_rels/notesSlide_A05_B0CC587C.xml.rels><?xml version="1.0" encoding="UTF-8" standalone="yes"?>
<Relationships xmlns="http://schemas.openxmlformats.org/package/2006/relationships"><Relationship Id="rId2" Type="http://schemas.openxmlformats.org/officeDocument/2006/relationships/slide" Target="../slides/slide_A05_B0CC587C.xml"/><Relationship Id="rId1" Type="http://schemas.openxmlformats.org/officeDocument/2006/relationships/notesMaster" Target="../notesMasters/notesMaster_0_307A6157.xml"/></Relationships>
</file>

<file path=ppt/notesSlides/_rels/notesSlide_A06_E44FAAE6.xml.rels><?xml version="1.0" encoding="UTF-8" standalone="yes"?>
<Relationships xmlns="http://schemas.openxmlformats.org/package/2006/relationships"><Relationship Id="rId2" Type="http://schemas.openxmlformats.org/officeDocument/2006/relationships/slide" Target="../slides/slide_A06_E44FAAE6.xml"/><Relationship Id="rId1" Type="http://schemas.openxmlformats.org/officeDocument/2006/relationships/notesMaster" Target="../notesMasters/notesMaster_0_307A6157.xml"/></Relationships>
</file>

<file path=ppt/notesSlides/_rels/notesSlide_A07_D76E3507.xml.rels><?xml version="1.0" encoding="UTF-8" standalone="yes"?>
<Relationships xmlns="http://schemas.openxmlformats.org/package/2006/relationships"><Relationship Id="rId2" Type="http://schemas.openxmlformats.org/officeDocument/2006/relationships/slide" Target="../slides/slide_A07_D76E3507.xml"/><Relationship Id="rId1" Type="http://schemas.openxmlformats.org/officeDocument/2006/relationships/notesMaster" Target="../notesMasters/notesMaster_0_307A6157.xml"/></Relationships>
</file>

<file path=ppt/notesSlides/_rels/notesSlide_A08_5C8622DE.xml.rels><?xml version="1.0" encoding="UTF-8" standalone="yes"?>
<Relationships xmlns="http://schemas.openxmlformats.org/package/2006/relationships"><Relationship Id="rId2" Type="http://schemas.openxmlformats.org/officeDocument/2006/relationships/slide" Target="../slides/slide_A08_5C8622DE.xml"/><Relationship Id="rId1" Type="http://schemas.openxmlformats.org/officeDocument/2006/relationships/notesMaster" Target="../notesMasters/notesMaster_0_307A6157.xml"/></Relationships>
</file>

<file path=ppt/notesSlides/_rels/notesSlide_A09_77B451F8.xml.rels><?xml version="1.0" encoding="UTF-8" standalone="yes"?>
<Relationships xmlns="http://schemas.openxmlformats.org/package/2006/relationships"><Relationship Id="rId2" Type="http://schemas.openxmlformats.org/officeDocument/2006/relationships/slide" Target="../slides/slide_A09_77B451F8.xml"/><Relationship Id="rId1" Type="http://schemas.openxmlformats.org/officeDocument/2006/relationships/notesMaster" Target="../notesMasters/notesMaster_0_307A6157.xml"/></Relationships>
</file>

<file path=ppt/notesSlides/_rels/notesSlide_A10_952B4D09.xml.rels><?xml version="1.0" encoding="UTF-8" standalone="yes"?>
<Relationships xmlns="http://schemas.openxmlformats.org/package/2006/relationships"><Relationship Id="rId2" Type="http://schemas.openxmlformats.org/officeDocument/2006/relationships/slide" Target="../slides/slide_A10_952B4D09.xml"/><Relationship Id="rId1" Type="http://schemas.openxmlformats.org/officeDocument/2006/relationships/notesMaster" Target="../notesMasters/notesMaster_0_307A6157.xml"/></Relationships>
</file>

<file path=ppt/notesSlides/_rels/notesSlide_A11_32A88D4C.xml.rels><?xml version="1.0" encoding="UTF-8" standalone="yes"?>
<Relationships xmlns="http://schemas.openxmlformats.org/package/2006/relationships"><Relationship Id="rId2" Type="http://schemas.openxmlformats.org/officeDocument/2006/relationships/slide" Target="../slides/slide_A11_32A88D4C.xml"/><Relationship Id="rId1" Type="http://schemas.openxmlformats.org/officeDocument/2006/relationships/notesMaster" Target="../notesMasters/notesMaster_0_307A6157.xml"/></Relationships>
</file>

<file path=ppt/notesSlides/_rels/notesSlide_A12_BF044C30.xml.rels><?xml version="1.0" encoding="UTF-8" standalone="yes"?>
<Relationships xmlns="http://schemas.openxmlformats.org/package/2006/relationships"><Relationship Id="rId2" Type="http://schemas.openxmlformats.org/officeDocument/2006/relationships/slide" Target="../slides/slide_A12_BF044C30.xml"/><Relationship Id="rId1" Type="http://schemas.openxmlformats.org/officeDocument/2006/relationships/notesMaster" Target="../notesMasters/notesMaster_0_307A6157.xml"/></Relationships>
</file>

<file path=ppt/notesSlides/_rels/notesSlide_A13_49544F89.xml.rels><?xml version="1.0" encoding="UTF-8" standalone="yes"?>
<Relationships xmlns="http://schemas.openxmlformats.org/package/2006/relationships"><Relationship Id="rId2" Type="http://schemas.openxmlformats.org/officeDocument/2006/relationships/slide" Target="../slides/slide_A13_49544F89.xml"/><Relationship Id="rId1" Type="http://schemas.openxmlformats.org/officeDocument/2006/relationships/notesMaster" Target="../notesMasters/notesMaster_0_307A6157.xml"/></Relationships>
</file>

<file path=ppt/notesSlides/_rels/notesSlide_A14_C70CC661.xml.rels><?xml version="1.0" encoding="UTF-8" standalone="yes"?>
<Relationships xmlns="http://schemas.openxmlformats.org/package/2006/relationships"><Relationship Id="rId2" Type="http://schemas.openxmlformats.org/officeDocument/2006/relationships/slide" Target="../slides/slide_A14_C70CC661.xml"/><Relationship Id="rId1" Type="http://schemas.openxmlformats.org/officeDocument/2006/relationships/notesMaster" Target="../notesMasters/notesMaster_0_307A6157.xml"/></Relationships>
</file>

<file path=ppt/notesSlides/_rels/notesSlide_A15_38A05D6D.xml.rels><?xml version="1.0" encoding="UTF-8" standalone="yes"?>
<Relationships xmlns="http://schemas.openxmlformats.org/package/2006/relationships"><Relationship Id="rId2" Type="http://schemas.openxmlformats.org/officeDocument/2006/relationships/slide" Target="../slides/slide_A15_38A05D6D.xml"/><Relationship Id="rId1" Type="http://schemas.openxmlformats.org/officeDocument/2006/relationships/notesMaster" Target="../notesMasters/notesMaster_0_307A6157.xml"/></Relationships>
</file>

<file path=ppt/notesSlides/notesSlide_A0A_ACE1A30E.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https://eyindia-my.sharepoint.com/personal/manivel_m_in_ey_com/_layouts/15/Doc.aspx?sourcedoc=%7B1320EA83-170E-4454-9AA8-268E9A9A5C6C%7D&amp;file=Lead_feedback_data_2026.xlsx&amp;action=default&amp;mobileredirect=true
ACS &amp; RPA NewRelic Observability Program
</a:t>
            </a:r>
          </a:p>
        </p:txBody>
      </p:sp>
      <p:sp>
        <p:nvSpPr>
          <p:cNvPr id="4" name="Slide Number Placeholder 3"/>
          <p:cNvSpPr>
            <a:spLocks noGrp="1"/>
          </p:cNvSpPr>
          <p:nvPr>
            <p:ph type="sldNum" sz="quarter" idx="5"/>
          </p:nvPr>
        </p:nvSpPr>
        <p:spPr/>
        <p:txBody>
          <a:bodyPr/>
          <a:lstStyle/>
          <a:p>
            <a:fld id="{F9C4C5F2-C096-436C-BFA6-63EBDFA3FA53}" type="slidenum">
              <a:t/>
            </a:fld>
            <a:endParaRPr lang="en-US"/>
          </a:p>
        </p:txBody>
      </p:sp>
    </p:spTree>
    <p:extLst>
      <p:ext uri="{BB962C8B-B14F-4D97-AF65-F5344CB8AC3E}">
        <p14:creationId xmlns:p14="http://schemas.microsoft.com/office/powerpoint/2010/main" val="405147667"/>
      </p:ext>
    </p:extLst>
  </p:cSld>
  <p:clrMapOvr>
    <a:masterClrMapping/>
  </p:clrMapOvr>
</p:notes>
</file>

<file path=ppt/notesSlides/notesSlide_A0B_BA0570C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https://eyindia-my.sharepoint.com/personal/manivel_m_in_ey_com/_layouts/15/Doc.aspx?sourcedoc=%7B1320EA83-170E-4454-9AA8-268E9A9A5C6C%7D&amp;file=Lead_feedback_data_2026.xlsx&amp;action=default&amp;mobileredirect=true
This slide details the implementation of NewRelic observability for ACS and RPA bots in the Unilever ecosystem. The initiative enabled a unified monitoring dashboard integrated with Azure cloud environments, offering deep visibility into bot health, performance patterns, and operational trends. Custom executive dashboards were designed to provide leadership with actionable insights and real‑time metrics. Alerts, color‑coded KPIs, and trend analysis empowered teams to proactively identify issues, optimize workloads, and reduce operational blind spots. The project established a consolidated monitoring capability for multiple bot technologies, creating a single source of truth. Business value delivered includes enhanced risk mitigation through proactive alerts, improved cost transparency via utilization dashboards, and greater operational control with predictive trend insights.
</a:t>
            </a:r>
          </a:p>
        </p:txBody>
      </p:sp>
      <p:sp>
        <p:nvSpPr>
          <p:cNvPr id="4" name="Slide Number Placeholder 3"/>
          <p:cNvSpPr>
            <a:spLocks noGrp="1"/>
          </p:cNvSpPr>
          <p:nvPr>
            <p:ph type="sldNum" sz="quarter" idx="5"/>
          </p:nvPr>
        </p:nvSpPr>
        <p:spPr/>
        <p:txBody>
          <a:bodyPr/>
          <a:lstStyle/>
          <a:p>
            <a:fld id="{F9C4C5F2-C096-436C-BFA6-63EBDFA3FA53}" type="slidenum">
              <a:t/>
            </a:fld>
            <a:endParaRPr lang="en-US"/>
          </a:p>
        </p:txBody>
      </p:sp>
    </p:spTree>
    <p:extLst>
      <p:ext uri="{BB962C8B-B14F-4D97-AF65-F5344CB8AC3E}">
        <p14:creationId xmlns:p14="http://schemas.microsoft.com/office/powerpoint/2010/main" val="3153907997"/>
      </p:ext>
    </p:extLst>
  </p:cSld>
  <p:clrMapOvr>
    <a:masterClrMapping/>
  </p:clrMapOvr>
</p:notes>
</file>

<file path=ppt/notesSlides/notesSlide_A0C_6330F8EB.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https://eyindia-my.sharepoint.com/personal/manivel_m_in_ey_com/_layouts/15/Doc.aspx?sourcedoc=%7B1320EA83-170E-4454-9AA8-268E9A9A5C6C%7D&amp;file=Lead_feedback_data_2026.xlsx&amp;action=default&amp;mobileredirect=true
HAP Launchpad Governance Platform
</a:t>
            </a:r>
          </a:p>
        </p:txBody>
      </p:sp>
      <p:sp>
        <p:nvSpPr>
          <p:cNvPr id="4" name="Slide Number Placeholder 3"/>
          <p:cNvSpPr>
            <a:spLocks noGrp="1"/>
          </p:cNvSpPr>
          <p:nvPr>
            <p:ph type="sldNum" sz="quarter" idx="5"/>
          </p:nvPr>
        </p:nvSpPr>
        <p:spPr/>
        <p:txBody>
          <a:bodyPr/>
          <a:lstStyle/>
          <a:p>
            <a:fld id="{F9C4C5F2-C096-436C-BFA6-63EBDFA3FA53}" type="slidenum">
              <a:t/>
            </a:fld>
            <a:endParaRPr lang="en-US"/>
          </a:p>
        </p:txBody>
      </p:sp>
    </p:spTree>
    <p:extLst>
      <p:ext uri="{BB962C8B-B14F-4D97-AF65-F5344CB8AC3E}">
        <p14:creationId xmlns:p14="http://schemas.microsoft.com/office/powerpoint/2010/main" val="2074258641"/>
      </p:ext>
    </p:extLst>
  </p:cSld>
  <p:clrMapOvr>
    <a:masterClrMapping/>
  </p:clrMapOvr>
</p:notes>
</file>

<file path=ppt/notesSlides/notesSlide_A0D_83EF5EB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https://eyindia-my.sharepoint.com/personal/manivel_m_in_ey_com/_layouts/15/Doc.aspx?sourcedoc=%7B1320EA83-170E-4454-9AA8-268E9A9A5C6C%7D&amp;file=Lead_feedback_data_2026.xlsx&amp;action=default&amp;mobileredirect=true
This slide describes the successful delivery of the HAP Launchpad 2.0 platform, built using PowerApps to streamline governance processes. The application consolidated critical gate approvals—Gate 1, Gate 1.5, and Gate 2—into a unified workflow, improving traceability and audit readiness. Leadership‑oriented dashboards were created to visualize approval timelines, SLA performance, and overall governance status. The centralized platform enabled all evidence and documentation to be stored in a single location, improving compliance and reducing manual effort. The project demonstrated strong impact by reducing approval timelines from weeks to days, improving SLA adherence for delivery leads, and enhancing overall governance maturity. It strengthened client confidence by providing transparency, structure, and measurement across operational processes.
</a:t>
            </a:r>
          </a:p>
        </p:txBody>
      </p:sp>
      <p:sp>
        <p:nvSpPr>
          <p:cNvPr id="4" name="Slide Number Placeholder 3"/>
          <p:cNvSpPr>
            <a:spLocks noGrp="1"/>
          </p:cNvSpPr>
          <p:nvPr>
            <p:ph type="sldNum" sz="quarter" idx="5"/>
          </p:nvPr>
        </p:nvSpPr>
        <p:spPr/>
        <p:txBody>
          <a:bodyPr/>
          <a:lstStyle/>
          <a:p>
            <a:fld id="{F9C4C5F2-C096-436C-BFA6-63EBDFA3FA53}" type="slidenum">
              <a:t/>
            </a:fld>
            <a:endParaRPr lang="en-US"/>
          </a:p>
        </p:txBody>
      </p:sp>
    </p:spTree>
    <p:extLst>
      <p:ext uri="{BB962C8B-B14F-4D97-AF65-F5344CB8AC3E}">
        <p14:creationId xmlns:p14="http://schemas.microsoft.com/office/powerpoint/2010/main" val="2087590953"/>
      </p:ext>
    </p:extLst>
  </p:cSld>
  <p:clrMapOvr>
    <a:masterClrMapping/>
  </p:clrMapOvr>
</p:notes>
</file>

<file path=ppt/notesSlides/notesSlide_A0E_10DFE3DF.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https://eyindia-my.sharepoint.com/personal/manivel_m_in_ey_com/_layouts/15/Doc.aspx?sourcedoc=%7B1320EA83-170E-4454-9AA8-268E9A9A5C6C%7D&amp;file=Lead_feedback_data_2026.xlsx&amp;action=default&amp;mobileredirect=true
Organizational Value Delivered
</a:t>
            </a:r>
          </a:p>
        </p:txBody>
      </p:sp>
      <p:sp>
        <p:nvSpPr>
          <p:cNvPr id="4" name="Slide Number Placeholder 3"/>
          <p:cNvSpPr>
            <a:spLocks noGrp="1"/>
          </p:cNvSpPr>
          <p:nvPr>
            <p:ph type="sldNum" sz="quarter" idx="5"/>
          </p:nvPr>
        </p:nvSpPr>
        <p:spPr/>
        <p:txBody>
          <a:bodyPr/>
          <a:lstStyle/>
          <a:p>
            <a:fld id="{F9C4C5F2-C096-436C-BFA6-63EBDFA3FA53}" type="slidenum">
              <a:t/>
            </a:fld>
            <a:endParaRPr lang="en-US"/>
          </a:p>
        </p:txBody>
      </p:sp>
    </p:spTree>
    <p:extLst>
      <p:ext uri="{BB962C8B-B14F-4D97-AF65-F5344CB8AC3E}">
        <p14:creationId xmlns:p14="http://schemas.microsoft.com/office/powerpoint/2010/main" val="3406386248"/>
      </p:ext>
    </p:extLst>
  </p:cSld>
  <p:clrMapOvr>
    <a:masterClrMapping/>
  </p:clrMapOvr>
</p:notes>
</file>

<file path=ppt/notesSlides/notesSlide_A0F_11B75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https://eyindia-my.sharepoint.com/personal/manivel_m_in_ey_com/_layouts/15/Doc.aspx?sourcedoc=%7B1320EA83-170E-4454-9AA8-268E9A9A5C6C%7D&amp;file=Lead_feedback_data_2026.xlsx&amp;action=default&amp;mobileredirect=true
This slide consolidates the impact delivered across core value dimensions—Cost, Speed, Risk, and Quality. Cost improvements include better infrastructure utilization and optimized deployment efforts across environments. Speed value is demonstrated through significant reductions in release cycles, often converting multi‑day deployment processes into streamlined hours. Risk mitigation stems from improved governance in CI/CD pipelines, strengthened security posture, and enhanced monitoring capabilities across ACS and RPA environments. Quality improvements include increased reliability of application deployments, better code quality through governance tools, and stronger SLA adherence in critical gate processes. Collectively, these outcomes contributed to measurable client satisfaction, operational excellence, and technology modernization strategies.
</a:t>
            </a:r>
          </a:p>
        </p:txBody>
      </p:sp>
      <p:sp>
        <p:nvSpPr>
          <p:cNvPr id="4" name="Slide Number Placeholder 3"/>
          <p:cNvSpPr>
            <a:spLocks noGrp="1"/>
          </p:cNvSpPr>
          <p:nvPr>
            <p:ph type="sldNum" sz="quarter" idx="5"/>
          </p:nvPr>
        </p:nvSpPr>
        <p:spPr/>
        <p:txBody>
          <a:bodyPr/>
          <a:lstStyle/>
          <a:p>
            <a:fld id="{F9C4C5F2-C096-436C-BFA6-63EBDFA3FA53}" type="slidenum">
              <a:t/>
            </a:fld>
            <a:endParaRPr lang="en-US"/>
          </a:p>
        </p:txBody>
      </p:sp>
    </p:spTree>
    <p:extLst>
      <p:ext uri="{BB962C8B-B14F-4D97-AF65-F5344CB8AC3E}">
        <p14:creationId xmlns:p14="http://schemas.microsoft.com/office/powerpoint/2010/main" val="3691035429"/>
      </p:ext>
    </p:extLst>
  </p:cSld>
  <p:clrMapOvr>
    <a:masterClrMapping/>
  </p:clrMapOvr>
</p:notes>
</file>

<file path=ppt/notesSlides/notesSlide_A01_DA9197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F9C4C5F2-C096-436C-BFA6-63EBDFA3FA53}" type="slidenum">
              <a:t/>
            </a:fld>
            <a:endParaRPr lang="en-US"/>
          </a:p>
        </p:txBody>
      </p:sp>
    </p:spTree>
    <p:extLst>
      <p:ext uri="{BB962C8B-B14F-4D97-AF65-F5344CB8AC3E}">
        <p14:creationId xmlns:p14="http://schemas.microsoft.com/office/powerpoint/2010/main" val="1386947679"/>
      </p:ext>
    </p:extLst>
  </p:cSld>
  <p:clrMapOvr>
    <a:masterClrMapping/>
  </p:clrMapOvr>
</p:notes>
</file>

<file path=ppt/notesSlides/notesSlide_A02_7173F3D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https://eyindia-my.sharepoint.com/personal/manivel_m_in_ey_com/_layouts/15/Doc.aspx?sourcedoc=%7B1320EA83-170E-4454-9AA8-268E9A9A5C6C%7D&amp;file=Lead_feedback_data_2026.xlsx&amp;action=default&amp;mobileredirect=true
Leadership Impact Summary
</a:t>
            </a:r>
          </a:p>
        </p:txBody>
      </p:sp>
      <p:sp>
        <p:nvSpPr>
          <p:cNvPr id="4" name="Slide Number Placeholder 3"/>
          <p:cNvSpPr>
            <a:spLocks noGrp="1"/>
          </p:cNvSpPr>
          <p:nvPr>
            <p:ph type="sldNum" sz="quarter" idx="5"/>
          </p:nvPr>
        </p:nvSpPr>
        <p:spPr/>
        <p:txBody>
          <a:bodyPr/>
          <a:lstStyle/>
          <a:p>
            <a:fld id="{F9C4C5F2-C096-436C-BFA6-63EBDFA3FA53}" type="slidenum">
              <a:t/>
            </a:fld>
            <a:endParaRPr lang="en-US"/>
          </a:p>
        </p:txBody>
      </p:sp>
    </p:spTree>
    <p:extLst>
      <p:ext uri="{BB962C8B-B14F-4D97-AF65-F5344CB8AC3E}">
        <p14:creationId xmlns:p14="http://schemas.microsoft.com/office/powerpoint/2010/main" val="303096292"/>
      </p:ext>
    </p:extLst>
  </p:cSld>
  <p:clrMapOvr>
    <a:masterClrMapping/>
  </p:clrMapOvr>
</p:notes>
</file>

<file path=ppt/notesSlides/notesSlide_A03_A94406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https://eyindia-my.sharepoint.com/personal/manivel_m_in_ey_com/_layouts/15/Doc.aspx?sourcedoc=%7B1320EA83-170E-4454-9AA8-268E9A9A5C6C%7D&amp;file=Lead_feedback_data_2026.xlsx&amp;action=default&amp;mobileredirect=true
This slide provides an overview of the key leadership contributions made throughout the year. It highlights the successful execution of multiple Cloud and DevOps transformation programs across various strategic accounts, demonstrating an ability to deliver measurable business value. The summary emphasizes leadership in driving end‑to‑end adoption of DevSecOps practices, observability frameworks, and governance platforms, all of which contributed significantly to improving delivery efficiency and client satisfaction. The content also reflects team growth, expanding from two to six members, showcasing capability building and people development. Additionally, this section showcases strengthened client relationships and forward‑looking pipeline opportunities, reinforcing ongoing strategic alignment and positioning for future engagement expansion.
</a:t>
            </a:r>
          </a:p>
        </p:txBody>
      </p:sp>
      <p:sp>
        <p:nvSpPr>
          <p:cNvPr id="4" name="Slide Number Placeholder 3"/>
          <p:cNvSpPr>
            <a:spLocks noGrp="1"/>
          </p:cNvSpPr>
          <p:nvPr>
            <p:ph type="sldNum" sz="quarter" idx="5"/>
          </p:nvPr>
        </p:nvSpPr>
        <p:spPr/>
        <p:txBody>
          <a:bodyPr/>
          <a:lstStyle/>
          <a:p>
            <a:fld id="{F9C4C5F2-C096-436C-BFA6-63EBDFA3FA53}" type="slidenum">
              <a:t/>
            </a:fld>
            <a:endParaRPr lang="en-US"/>
          </a:p>
        </p:txBody>
      </p:sp>
    </p:spTree>
    <p:extLst>
      <p:ext uri="{BB962C8B-B14F-4D97-AF65-F5344CB8AC3E}">
        <p14:creationId xmlns:p14="http://schemas.microsoft.com/office/powerpoint/2010/main" val="1444372237"/>
      </p:ext>
    </p:extLst>
  </p:cSld>
  <p:clrMapOvr>
    <a:masterClrMapping/>
  </p:clrMapOvr>
</p:notes>
</file>

<file path=ppt/notesSlides/notesSlide_A04_273A27FD.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https://eyindia-my.sharepoint.com/personal/manivel_m_in_ey_com/_layouts/15/Doc.aspx?sourcedoc=%7B1320EA83-170E-4454-9AA8-268E9A9A5C6C%7D&amp;file=Lead_feedback_data_2026.xlsx&amp;action=default&amp;mobileredirect=true
Business Revenue Outcomes
</a:t>
            </a:r>
          </a:p>
        </p:txBody>
      </p:sp>
      <p:sp>
        <p:nvSpPr>
          <p:cNvPr id="4" name="Slide Number Placeholder 3"/>
          <p:cNvSpPr>
            <a:spLocks noGrp="1"/>
          </p:cNvSpPr>
          <p:nvPr>
            <p:ph type="sldNum" sz="quarter" idx="5"/>
          </p:nvPr>
        </p:nvSpPr>
        <p:spPr/>
        <p:txBody>
          <a:bodyPr/>
          <a:lstStyle/>
          <a:p>
            <a:fld id="{F9C4C5F2-C096-436C-BFA6-63EBDFA3FA53}" type="slidenum">
              <a:t/>
            </a:fld>
            <a:endParaRPr lang="en-US"/>
          </a:p>
        </p:txBody>
      </p:sp>
    </p:spTree>
    <p:extLst>
      <p:ext uri="{BB962C8B-B14F-4D97-AF65-F5344CB8AC3E}">
        <p14:creationId xmlns:p14="http://schemas.microsoft.com/office/powerpoint/2010/main" val="2917330961"/>
      </p:ext>
    </p:extLst>
  </p:cSld>
  <p:clrMapOvr>
    <a:masterClrMapping/>
  </p:clrMapOvr>
</p:notes>
</file>

<file path=ppt/notesSlides/notesSlide_A05_B0CC587C.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https://eyindia-my.sharepoint.com/personal/manivel_m_in_ey_com/_layouts/15/Doc.aspx?sourcedoc=%7B1320EA83-170E-4454-9AA8-268E9A9A5C6C%7D&amp;file=Lead_feedback_data_2026.xlsx&amp;action=default&amp;mobileredirect=true
This slide summarizes financial achievements aligned to organizational revenue objectives. It outlines the over‑achievement in generative revenue, reaching ₹3.57 Cr against a planned ₹2 Cr target, reflecting a strong sales influence and technical leadership in driving deal conversions. The section also reports ₹3.18 Cr in managed revenue, demonstrating continued delivery excellence and sustained client trust. A total revenue collection of ₹2.55 Cr is documented across multiple engagements including DevOps transformation, GenAI development, and infrastructure assessments. Additionally, a strong pipeline worth ₹3.03 Cr is highlighted, consisting of high‑value opportunities in cloud optimization, observability, and GenAI development. These financial results collectively reinforce the strategic impact made during the review period and provide confidence in continued revenue growth.
</a:t>
            </a:r>
          </a:p>
        </p:txBody>
      </p:sp>
      <p:sp>
        <p:nvSpPr>
          <p:cNvPr id="4" name="Slide Number Placeholder 3"/>
          <p:cNvSpPr>
            <a:spLocks noGrp="1"/>
          </p:cNvSpPr>
          <p:nvPr>
            <p:ph type="sldNum" sz="quarter" idx="5"/>
          </p:nvPr>
        </p:nvSpPr>
        <p:spPr/>
        <p:txBody>
          <a:bodyPr/>
          <a:lstStyle/>
          <a:p>
            <a:fld id="{F9C4C5F2-C096-436C-BFA6-63EBDFA3FA53}" type="slidenum">
              <a:t/>
            </a:fld>
            <a:endParaRPr lang="en-US"/>
          </a:p>
        </p:txBody>
      </p:sp>
    </p:spTree>
    <p:extLst>
      <p:ext uri="{BB962C8B-B14F-4D97-AF65-F5344CB8AC3E}">
        <p14:creationId xmlns:p14="http://schemas.microsoft.com/office/powerpoint/2010/main" val="3425741990"/>
      </p:ext>
    </p:extLst>
  </p:cSld>
  <p:clrMapOvr>
    <a:masterClrMapping/>
  </p:clrMapOvr>
</p:notes>
</file>

<file path=ppt/notesSlides/notesSlide_A06_E44FAA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https://eyindia-my.sharepoint.com/personal/manivel_m_in_ey_com/_layouts/15/Doc.aspx?sourcedoc=%7B1320EA83-170E-4454-9AA8-268E9A9A5C6C%7D&amp;file=Lead_feedback_data_2026.xlsx&amp;action=default&amp;mobileredirect=true
Client Portfolio Overview
</a:t>
            </a:r>
          </a:p>
        </p:txBody>
      </p:sp>
      <p:sp>
        <p:nvSpPr>
          <p:cNvPr id="4" name="Slide Number Placeholder 3"/>
          <p:cNvSpPr>
            <a:spLocks noGrp="1"/>
          </p:cNvSpPr>
          <p:nvPr>
            <p:ph type="sldNum" sz="quarter" idx="5"/>
          </p:nvPr>
        </p:nvSpPr>
        <p:spPr/>
        <p:txBody>
          <a:bodyPr/>
          <a:lstStyle/>
          <a:p>
            <a:fld id="{F9C4C5F2-C096-436C-BFA6-63EBDFA3FA53}" type="slidenum">
              <a:t/>
            </a:fld>
            <a:endParaRPr lang="en-US"/>
          </a:p>
        </p:txBody>
      </p:sp>
    </p:spTree>
    <p:extLst>
      <p:ext uri="{BB962C8B-B14F-4D97-AF65-F5344CB8AC3E}">
        <p14:creationId xmlns:p14="http://schemas.microsoft.com/office/powerpoint/2010/main" val="1193526414"/>
      </p:ext>
    </p:extLst>
  </p:cSld>
  <p:clrMapOvr>
    <a:masterClrMapping/>
  </p:clrMapOvr>
</p:notes>
</file>

<file path=ppt/notesSlides/notesSlide_A07_D76E35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https://eyindia-my.sharepoint.com/personal/manivel_m_in_ey_com/_layouts/15/Doc.aspx?sourcedoc=%7B1320EA83-170E-4454-9AA8-268E9A9A5C6C%7D&amp;file=Lead_feedback_data_2026.xlsx&amp;action=default&amp;mobileredirect=true
This slide outlines the key clients supported during the review period, focusing on roles and engagement maturity levels. The portfolio includes Unilever, where Cloud Infrastructure and DevOps Architecture responsibilities were executed alongside engagement leadership roles, contributing to optimization and governance improvements. Work for GCPL involved designing GenAI infrastructure architectures on Azure, supporting modern AI‑driven workloads. Engagements with MSIL included Dataverse GenAI architecture on AWS and DevOps environment assessments. The diversity of clients and project types demonstrates broad technical capability, the ability to adapt across platforms, and value creation across different industries. This breadth of portfolio also reinforces strong relationship building and the ability to drive cloud modernization across client landscapes.
</a:t>
            </a:r>
          </a:p>
        </p:txBody>
      </p:sp>
      <p:sp>
        <p:nvSpPr>
          <p:cNvPr id="4" name="Slide Number Placeholder 3"/>
          <p:cNvSpPr>
            <a:spLocks noGrp="1"/>
          </p:cNvSpPr>
          <p:nvPr>
            <p:ph type="sldNum" sz="quarter" idx="5"/>
          </p:nvPr>
        </p:nvSpPr>
        <p:spPr/>
        <p:txBody>
          <a:bodyPr/>
          <a:lstStyle/>
          <a:p>
            <a:fld id="{F9C4C5F2-C096-436C-BFA6-63EBDFA3FA53}" type="slidenum">
              <a:t/>
            </a:fld>
            <a:endParaRPr lang="en-US"/>
          </a:p>
        </p:txBody>
      </p:sp>
    </p:spTree>
    <p:extLst>
      <p:ext uri="{BB962C8B-B14F-4D97-AF65-F5344CB8AC3E}">
        <p14:creationId xmlns:p14="http://schemas.microsoft.com/office/powerpoint/2010/main" val="1372373469"/>
      </p:ext>
    </p:extLst>
  </p:cSld>
  <p:clrMapOvr>
    <a:masterClrMapping/>
  </p:clrMapOvr>
</p:notes>
</file>

<file path=ppt/notesSlides/notesSlide_A08_5C8622DE.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https://eyindia-my.sharepoint.com/personal/manivel_m_in_ey_com/_layouts/15/Doc.aspx?sourcedoc=%7B1320EA83-170E-4454-9AA8-268E9A9A5C6C%7D&amp;file=Lead_feedback_data_2026.xlsx&amp;action=default&amp;mobileredirect=true
ACS Unified CI/CD Pipeline Delivery
</a:t>
            </a:r>
          </a:p>
        </p:txBody>
      </p:sp>
      <p:sp>
        <p:nvSpPr>
          <p:cNvPr id="4" name="Slide Number Placeholder 3"/>
          <p:cNvSpPr>
            <a:spLocks noGrp="1"/>
          </p:cNvSpPr>
          <p:nvPr>
            <p:ph type="sldNum" sz="quarter" idx="5"/>
          </p:nvPr>
        </p:nvSpPr>
        <p:spPr/>
        <p:txBody>
          <a:bodyPr/>
          <a:lstStyle/>
          <a:p>
            <a:fld id="{F9C4C5F2-C096-436C-BFA6-63EBDFA3FA53}" type="slidenum">
              <a:t/>
            </a:fld>
            <a:endParaRPr lang="en-US"/>
          </a:p>
        </p:txBody>
      </p:sp>
    </p:spTree>
    <p:extLst>
      <p:ext uri="{BB962C8B-B14F-4D97-AF65-F5344CB8AC3E}">
        <p14:creationId xmlns:p14="http://schemas.microsoft.com/office/powerpoint/2010/main" val="2798666675"/>
      </p:ext>
    </p:extLst>
  </p:cSld>
  <p:clrMapOvr>
    <a:masterClrMapping/>
  </p:clrMapOvr>
</p:notes>
</file>

<file path=ppt/notesSlides/notesSlide_A09_77B451F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https://eyindia-my.sharepoint.com/personal/manivel_m_in_ey_com/_layouts/15/Doc.aspx?sourcedoc=%7B1320EA83-170E-4454-9AA8-268E9A9A5C6C%7D&amp;file=Lead_feedback_data_2026.xlsx&amp;action=default&amp;mobileredirect=true
This slide highlights the end‑to‑end delivery of the ACS Unified CI/CD pipeline for Unilever. The work focused on designing and implementing a scalable DevSecOps framework within Azure DevOps, integrating code quality, security scanning, and governance practices directly into the pipeline. A standardized image model was introduced to ensure consistency across development, testing, and production environments. Deployment time was reduced by 50%, significantly improving release velocity and operational efficiency. Pipeline availability was brought to 100%, enhancing stability and predictability. Additionally, all artifacts were stored in a structured repository, improving audit readiness and compliance visibility. The project delivered strong business value through risk mitigation, enhanced governance, improved delivery speed, and improved release quality, thereby contributing to both operational excellence and regulatory assurance.
</a:t>
            </a:r>
          </a:p>
        </p:txBody>
      </p:sp>
      <p:sp>
        <p:nvSpPr>
          <p:cNvPr id="4" name="Slide Number Placeholder 3"/>
          <p:cNvSpPr>
            <a:spLocks noGrp="1"/>
          </p:cNvSpPr>
          <p:nvPr>
            <p:ph type="sldNum" sz="quarter" idx="5"/>
          </p:nvPr>
        </p:nvSpPr>
        <p:spPr/>
        <p:txBody>
          <a:bodyPr/>
          <a:lstStyle/>
          <a:p>
            <a:fld id="{F9C4C5F2-C096-436C-BFA6-63EBDFA3FA53}" type="slidenum">
              <a:t/>
            </a:fld>
            <a:endParaRPr lang="en-US"/>
          </a:p>
        </p:txBody>
      </p:sp>
    </p:spTree>
    <p:extLst>
      <p:ext uri="{BB962C8B-B14F-4D97-AF65-F5344CB8AC3E}">
        <p14:creationId xmlns:p14="http://schemas.microsoft.com/office/powerpoint/2010/main" val="1100145888"/>
      </p:ext>
    </p:extLst>
  </p:cSld>
  <p:clrMapOvr>
    <a:masterClrMapping/>
  </p:clrMapOvr>
</p:notes>
</file>

<file path=ppt/notesSlides/notesSlide_A10_952B4D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https://eyindia-my.sharepoint.com/personal/manivel_m_in_ey_com/_layouts/15/Doc.aspx?sourcedoc=%7B1320EA83-170E-4454-9AA8-268E9A9A5C6C%7D&amp;file=Lead_feedback_data_2026.xlsx&amp;action=default&amp;mobileredirect=true
Technical &amp; Strategic Contributions
</a:t>
            </a:r>
          </a:p>
        </p:txBody>
      </p:sp>
      <p:sp>
        <p:nvSpPr>
          <p:cNvPr id="4" name="Slide Number Placeholder 3"/>
          <p:cNvSpPr>
            <a:spLocks noGrp="1"/>
          </p:cNvSpPr>
          <p:nvPr>
            <p:ph type="sldNum" sz="quarter" idx="5"/>
          </p:nvPr>
        </p:nvSpPr>
        <p:spPr/>
        <p:txBody>
          <a:bodyPr/>
          <a:lstStyle/>
          <a:p>
            <a:fld id="{F9C4C5F2-C096-436C-BFA6-63EBDFA3FA53}" type="slidenum">
              <a:t/>
            </a:fld>
            <a:endParaRPr lang="en-US"/>
          </a:p>
        </p:txBody>
      </p:sp>
    </p:spTree>
    <p:extLst>
      <p:ext uri="{BB962C8B-B14F-4D97-AF65-F5344CB8AC3E}">
        <p14:creationId xmlns:p14="http://schemas.microsoft.com/office/powerpoint/2010/main" val="2350374525"/>
      </p:ext>
    </p:extLst>
  </p:cSld>
  <p:clrMapOvr>
    <a:masterClrMapping/>
  </p:clrMapOvr>
</p:notes>
</file>

<file path=ppt/notesSlides/notesSlide_A11_32A88D4C.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https://eyindia-my.sharepoint.com/personal/manivel_m_in_ey_com/_layouts/15/Doc.aspx?sourcedoc=%7B1320EA83-170E-4454-9AA8-268E9A9A5C6C%7D&amp;file=Lead_feedback_data_2026.xlsx&amp;action=default&amp;mobileredirect=true
This slide summarizes contributions made beyond project delivery, demonstrating leadership maturity and organizational impact. Key highlights include mentoring an intern and guiding them in developing three functional solutions, contributing to internal capability upliftment. Participation in four major RFP initiatives supported pipeline creation valued at significant revenue potential. Contributions to internal and client‑facing audits such as ESE and GCC ensured compliance readiness. Additional leadership actions included helping multiple project teams resolve dependencies, conducting stakeholder interactions, and guiding them toward smooth delivery. Achieving four professional certifications further strengthened domain expertise. These contributions underscore a strong combination of technical depth, collaboration, thought leadership, and capability building.
</a:t>
            </a:r>
          </a:p>
        </p:txBody>
      </p:sp>
      <p:sp>
        <p:nvSpPr>
          <p:cNvPr id="4" name="Slide Number Placeholder 3"/>
          <p:cNvSpPr>
            <a:spLocks noGrp="1"/>
          </p:cNvSpPr>
          <p:nvPr>
            <p:ph type="sldNum" sz="quarter" idx="5"/>
          </p:nvPr>
        </p:nvSpPr>
        <p:spPr/>
        <p:txBody>
          <a:bodyPr/>
          <a:lstStyle/>
          <a:p>
            <a:fld id="{F9C4C5F2-C096-436C-BFA6-63EBDFA3FA53}" type="slidenum">
              <a:t/>
            </a:fld>
            <a:endParaRPr lang="en-US"/>
          </a:p>
        </p:txBody>
      </p:sp>
    </p:spTree>
    <p:extLst>
      <p:ext uri="{BB962C8B-B14F-4D97-AF65-F5344CB8AC3E}">
        <p14:creationId xmlns:p14="http://schemas.microsoft.com/office/powerpoint/2010/main" val="1924901194"/>
      </p:ext>
    </p:extLst>
  </p:cSld>
  <p:clrMapOvr>
    <a:masterClrMapping/>
  </p:clrMapOvr>
</p:notes>
</file>

<file path=ppt/notesSlides/notesSlide_A12_BF044C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https://eyindia-my.sharepoint.com/personal/manivel_m_in_ey_com/_layouts/15/Doc.aspx?sourcedoc=%7B1320EA83-170E-4454-9AA8-268E9A9A5C6C%7D&amp;file=Lead_feedback_data_2026.xlsx&amp;action=default&amp;mobileredirect=true
Operational Challenges and Responses
</a:t>
            </a:r>
          </a:p>
        </p:txBody>
      </p:sp>
      <p:sp>
        <p:nvSpPr>
          <p:cNvPr id="4" name="Slide Number Placeholder 3"/>
          <p:cNvSpPr>
            <a:spLocks noGrp="1"/>
          </p:cNvSpPr>
          <p:nvPr>
            <p:ph type="sldNum" sz="quarter" idx="5"/>
          </p:nvPr>
        </p:nvSpPr>
        <p:spPr/>
        <p:txBody>
          <a:bodyPr/>
          <a:lstStyle/>
          <a:p>
            <a:fld id="{F9C4C5F2-C096-436C-BFA6-63EBDFA3FA53}" type="slidenum">
              <a:t/>
            </a:fld>
            <a:endParaRPr lang="en-US"/>
          </a:p>
        </p:txBody>
      </p:sp>
    </p:spTree>
    <p:extLst>
      <p:ext uri="{BB962C8B-B14F-4D97-AF65-F5344CB8AC3E}">
        <p14:creationId xmlns:p14="http://schemas.microsoft.com/office/powerpoint/2010/main" val="2861210872"/>
      </p:ext>
    </p:extLst>
  </p:cSld>
  <p:clrMapOvr>
    <a:masterClrMapping/>
  </p:clrMapOvr>
</p:notes>
</file>

<file path=ppt/notesSlides/notesSlide_A13_49544F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https://eyindia-my.sharepoint.com/personal/manivel_m_in_ey_com/_layouts/15/Doc.aspx?sourcedoc=%7B1320EA83-170E-4454-9AA8-268E9A9A5C6C%7D&amp;file=Lead_feedback_data_2026.xlsx&amp;action=default&amp;mobileredirect=true
This slide outlines key challenges encountered during the review cycle and the mitigation approaches used to overcome them. Challenges included dependency on client decisions that impacted execution timelines, resource shortages in niche skill areas such as Observability and DevOps, and unclear scope definitions during early project stages. Additionally, managing multiple engagements in parallel posed coordination complexities. Mitigation strategies included conducting recurring alignment discussions with stakeholders, proactively engaging in requirement clarification workshops, optimizing internal resource allocation, and applying structured prioritization models for multi‑project delivery. These mitigation measures ensured continuity of progress, maintained delivery quality, and supported effective stakeholder communication.
</a:t>
            </a:r>
          </a:p>
        </p:txBody>
      </p:sp>
      <p:sp>
        <p:nvSpPr>
          <p:cNvPr id="4" name="Slide Number Placeholder 3"/>
          <p:cNvSpPr>
            <a:spLocks noGrp="1"/>
          </p:cNvSpPr>
          <p:nvPr>
            <p:ph type="sldNum" sz="quarter" idx="5"/>
          </p:nvPr>
        </p:nvSpPr>
        <p:spPr/>
        <p:txBody>
          <a:bodyPr/>
          <a:lstStyle/>
          <a:p>
            <a:fld id="{F9C4C5F2-C096-436C-BFA6-63EBDFA3FA53}" type="slidenum">
              <a:t/>
            </a:fld>
            <a:endParaRPr lang="en-US"/>
          </a:p>
        </p:txBody>
      </p:sp>
    </p:spTree>
    <p:extLst>
      <p:ext uri="{BB962C8B-B14F-4D97-AF65-F5344CB8AC3E}">
        <p14:creationId xmlns:p14="http://schemas.microsoft.com/office/powerpoint/2010/main" val="2878835987"/>
      </p:ext>
    </p:extLst>
  </p:cSld>
  <p:clrMapOvr>
    <a:masterClrMapping/>
  </p:clrMapOvr>
</p:notes>
</file>

<file path=ppt/notesSlides/notesSlide_A14_C70CC6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https://eyindia-my.sharepoint.com/personal/manivel_m_in_ey_com/_layouts/15/Doc.aspx?sourcedoc=%7B1320EA83-170E-4454-9AA8-268E9A9A5C6C%7D&amp;file=Lead_feedback_data_2026.xlsx&amp;action=default&amp;mobileredirect=true
Future Roadmap and Priorities
</a:t>
            </a:r>
          </a:p>
        </p:txBody>
      </p:sp>
      <p:sp>
        <p:nvSpPr>
          <p:cNvPr id="4" name="Slide Number Placeholder 3"/>
          <p:cNvSpPr>
            <a:spLocks noGrp="1"/>
          </p:cNvSpPr>
          <p:nvPr>
            <p:ph type="sldNum" sz="quarter" idx="5"/>
          </p:nvPr>
        </p:nvSpPr>
        <p:spPr/>
        <p:txBody>
          <a:bodyPr/>
          <a:lstStyle/>
          <a:p>
            <a:fld id="{F9C4C5F2-C096-436C-BFA6-63EBDFA3FA53}" type="slidenum">
              <a:t/>
            </a:fld>
            <a:endParaRPr lang="en-US"/>
          </a:p>
        </p:txBody>
      </p:sp>
    </p:spTree>
    <p:extLst>
      <p:ext uri="{BB962C8B-B14F-4D97-AF65-F5344CB8AC3E}">
        <p14:creationId xmlns:p14="http://schemas.microsoft.com/office/powerpoint/2010/main" val="1826114031"/>
      </p:ext>
    </p:extLst>
  </p:cSld>
  <p:clrMapOvr>
    <a:masterClrMapping/>
  </p:clrMapOvr>
</p:notes>
</file>

<file path=ppt/notesSlides/notesSlide_A15_38A05D6D.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https://eyindia-my.sharepoint.com/personal/manivel_m_in_ey_com/_layouts/15/Doc.aspx?sourcedoc=%7B1320EA83-170E-4454-9AA8-268E9A9A5C6C%7D&amp;file=Lead_feedback_data_2026.xlsx&amp;action=default&amp;mobileredirect=true
This slide presents strategic commitments for the second half of the year. The primary objective is achieving ₹2 Cr in generative revenue by expanding high‑value transformation initiatives. Future focus areas include cloud‑native modernization across workloads, advancing DevOps maturity for key clients, and scaling Phase 3 of the unified DevSecOps pipeline implementation. Observability expansion through NewRelic for ACS bots is a planned priority, along with critical cloud migration activities such as ACS bot migration to GCP. Additionally, the roadmap includes Azure infrastructure modernization efforts, addressing security vulnerabilities, and strengthening network security. These commitments reflect a strong alignment with organizational goals and position the team for continued growth.
</a:t>
            </a:r>
          </a:p>
        </p:txBody>
      </p:sp>
      <p:sp>
        <p:nvSpPr>
          <p:cNvPr id="4" name="Slide Number Placeholder 3"/>
          <p:cNvSpPr>
            <a:spLocks noGrp="1"/>
          </p:cNvSpPr>
          <p:nvPr>
            <p:ph type="sldNum" sz="quarter" idx="5"/>
          </p:nvPr>
        </p:nvSpPr>
        <p:spPr/>
        <p:txBody>
          <a:bodyPr/>
          <a:lstStyle/>
          <a:p>
            <a:fld id="{F9C4C5F2-C096-436C-BFA6-63EBDFA3FA53}" type="slidenum">
              <a:t/>
            </a:fld>
            <a:endParaRPr lang="en-US"/>
          </a:p>
        </p:txBody>
      </p:sp>
    </p:spTree>
    <p:extLst>
      <p:ext uri="{BB962C8B-B14F-4D97-AF65-F5344CB8AC3E}">
        <p14:creationId xmlns:p14="http://schemas.microsoft.com/office/powerpoint/2010/main" val="3942372050"/>
      </p:ext>
    </p:extLst>
  </p:cSld>
  <p:clrMapOvr>
    <a:masterClrMapping/>
  </p:clrMapOvr>
</p:notes>
</file>

<file path=ppt/slideLayouts/_rels/slideLayout_8000000A_AA7A56BD.xml.rels><?xml version="1.0" encoding="UTF-8" standalone="yes"?>
<Relationships xmlns="http://schemas.openxmlformats.org/package/2006/relationships"><Relationship Id="rId1" Type="http://schemas.openxmlformats.org/officeDocument/2006/relationships/slideMaster" Target="../slideMasters/slideMaster_80000000_B236BCD5.xml"/></Relationships>
</file>

<file path=ppt/slideLayouts/_rels/slideLayout_8000000B_10928589.xml.rels><?xml version="1.0" encoding="UTF-8" standalone="yes"?>
<Relationships xmlns="http://schemas.openxmlformats.org/package/2006/relationships"><Relationship Id="rId1" Type="http://schemas.openxmlformats.org/officeDocument/2006/relationships/slideMaster" Target="../slideMasters/slideMaster_80000000_B236BCD5.xml"/></Relationships>
</file>

<file path=ppt/slideLayouts/_rels/slideLayout_8000001A_A2C72040.xml.rels><?xml version="1.0" encoding="UTF-8" standalone="yes"?>
<Relationships xmlns="http://schemas.openxmlformats.org/package/2006/relationships"><Relationship Id="rId1" Type="http://schemas.openxmlformats.org/officeDocument/2006/relationships/slideMaster" Target="../slideMasters/slideMaster_80000000_B236BCD5.xml"/></Relationships>
</file>

<file path=ppt/slideLayouts/_rels/slideLayout_8000001B_AFC11586.xml.rels><?xml version="1.0" encoding="UTF-8" standalone="yes"?>
<Relationships xmlns="http://schemas.openxmlformats.org/package/2006/relationships"><Relationship Id="rId1" Type="http://schemas.openxmlformats.org/officeDocument/2006/relationships/slideMaster" Target="../slideMasters/slideMaster_80000000_B236BCD5.xml"/></Relationships>
</file>

<file path=ppt/slideLayouts/_rels/slideLayout_8000001C_AE4A73BE.xml.rels><?xml version="1.0" encoding="UTF-8" standalone="yes"?>
<Relationships xmlns="http://schemas.openxmlformats.org/package/2006/relationships"><Relationship Id="rId1" Type="http://schemas.openxmlformats.org/officeDocument/2006/relationships/slideMaster" Target="../slideMasters/slideMaster_80000000_B236BCD5.xml"/></Relationships>
</file>

<file path=ppt/slideLayouts/_rels/slideLayout_8000001D_2EA2B979.xml.rels><?xml version="1.0" encoding="UTF-8" standalone="yes"?>
<Relationships xmlns="http://schemas.openxmlformats.org/package/2006/relationships"><Relationship Id="rId1" Type="http://schemas.openxmlformats.org/officeDocument/2006/relationships/slideMaster" Target="../slideMasters/slideMaster_80000000_B236BCD5.xml"/></Relationships>
</file>

<file path=ppt/slideLayouts/_rels/slideLayout_8000001E_1D29A21C.xml.rels><?xml version="1.0" encoding="UTF-8" standalone="yes"?>
<Relationships xmlns="http://schemas.openxmlformats.org/package/2006/relationships"><Relationship Id="rId1" Type="http://schemas.openxmlformats.org/officeDocument/2006/relationships/slideMaster" Target="../slideMasters/slideMaster_80000000_B236BCD5.xml"/></Relationships>
</file>

<file path=ppt/slideLayouts/_rels/slideLayout_8000001F_CF760D28.xml.rels><?xml version="1.0" encoding="UTF-8" standalone="yes"?>
<Relationships xmlns="http://schemas.openxmlformats.org/package/2006/relationships"><Relationship Id="rId2" Type="http://schemas.openxmlformats.org/officeDocument/2006/relationships/image" Target="../media/image_852E42E7.jpeg"/><Relationship Id="rId1" Type="http://schemas.openxmlformats.org/officeDocument/2006/relationships/slideMaster" Target="../slideMasters/slideMaster_80000000_B236BCD5.xml"/></Relationships>
</file>

<file path=ppt/slideLayouts/_rels/slideLayout_8000002A_174972E2.xml.rels><?xml version="1.0" encoding="UTF-8" standalone="yes"?>
<Relationships xmlns="http://schemas.openxmlformats.org/package/2006/relationships"><Relationship Id="rId2" Type="http://schemas.openxmlformats.org/officeDocument/2006/relationships/image" Target="../media/image_154F5193.jpeg"/><Relationship Id="rId1" Type="http://schemas.openxmlformats.org/officeDocument/2006/relationships/slideMaster" Target="../slideMasters/slideMaster_80000000_B236BCD5.xml"/></Relationships>
</file>

<file path=ppt/slideLayouts/_rels/slideLayout_8000002B_D7AC3EF7.xml.rels><?xml version="1.0" encoding="UTF-8" standalone="yes"?>
<Relationships xmlns="http://schemas.openxmlformats.org/package/2006/relationships"><Relationship Id="rId2" Type="http://schemas.openxmlformats.org/officeDocument/2006/relationships/image" Target="../media/image_904B2AF1.jpeg"/><Relationship Id="rId1" Type="http://schemas.openxmlformats.org/officeDocument/2006/relationships/slideMaster" Target="../slideMasters/slideMaster_80000000_B236BCD5.xml"/></Relationships>
</file>

<file path=ppt/slideLayouts/_rels/slideLayout_8000002C_2F6E9175.xml.rels><?xml version="1.0" encoding="UTF-8" standalone="yes"?>
<Relationships xmlns="http://schemas.openxmlformats.org/package/2006/relationships"><Relationship Id="rId2" Type="http://schemas.openxmlformats.org/officeDocument/2006/relationships/image" Target="../media/image_6DBD0B54.jpeg"/><Relationship Id="rId1" Type="http://schemas.openxmlformats.org/officeDocument/2006/relationships/slideMaster" Target="../slideMasters/slideMaster_80000000_B236BCD5.xml"/></Relationships>
</file>

<file path=ppt/slideLayouts/_rels/slideLayout_8000002D_3526F401.xml.rels><?xml version="1.0" encoding="UTF-8" standalone="yes"?>
<Relationships xmlns="http://schemas.openxmlformats.org/package/2006/relationships"><Relationship Id="rId1" Type="http://schemas.openxmlformats.org/officeDocument/2006/relationships/slideMaster" Target="../slideMasters/slideMaster_80000000_B236BCD5.xml"/></Relationships>
</file>

<file path=ppt/slideLayouts/_rels/slideLayout_8000002E_DF2A3FA4.xml.rels><?xml version="1.0" encoding="UTF-8" standalone="yes"?>
<Relationships xmlns="http://schemas.openxmlformats.org/package/2006/relationships"><Relationship Id="rId1" Type="http://schemas.openxmlformats.org/officeDocument/2006/relationships/slideMaster" Target="../slideMasters/slideMaster_80000000_B236BCD5.xml"/></Relationships>
</file>

<file path=ppt/slideLayouts/_rels/slideLayout_8000002F_4D3A743C.xml.rels><?xml version="1.0" encoding="UTF-8" standalone="yes"?>
<Relationships xmlns="http://schemas.openxmlformats.org/package/2006/relationships"><Relationship Id="rId1" Type="http://schemas.openxmlformats.org/officeDocument/2006/relationships/slideMaster" Target="../slideMasters/slideMaster_80000000_B236BCD5.xml"/></Relationships>
</file>

<file path=ppt/slideLayouts/_rels/slideLayout_8000003A_10CCD0AD.xml.rels><?xml version="1.0" encoding="UTF-8" standalone="yes"?>
<Relationships xmlns="http://schemas.openxmlformats.org/package/2006/relationships"><Relationship Id="rId1" Type="http://schemas.openxmlformats.org/officeDocument/2006/relationships/slideMaster" Target="../slideMasters/slideMaster_80000000_B236BCD5.xml"/></Relationships>
</file>

<file path=ppt/slideLayouts/_rels/slideLayout_8000003B_7EE7B338.xml.rels><?xml version="1.0" encoding="UTF-8" standalone="yes"?>
<Relationships xmlns="http://schemas.openxmlformats.org/package/2006/relationships"><Relationship Id="rId2" Type="http://schemas.openxmlformats.org/officeDocument/2006/relationships/image" Target="../media/image_E9915054.jpeg"/><Relationship Id="rId1" Type="http://schemas.openxmlformats.org/officeDocument/2006/relationships/slideMaster" Target="../slideMasters/slideMaster_80000000_B236BCD5.xml"/></Relationships>
</file>

<file path=ppt/slideLayouts/_rels/slideLayout_8000003C_8F7AE5AA.xml.rels><?xml version="1.0" encoding="UTF-8" standalone="yes"?>
<Relationships xmlns="http://schemas.openxmlformats.org/package/2006/relationships"><Relationship Id="rId1" Type="http://schemas.openxmlformats.org/officeDocument/2006/relationships/slideMaster" Target="../slideMasters/slideMaster_80000000_B236BCD5.xml"/></Relationships>
</file>

<file path=ppt/slideLayouts/_rels/slideLayout_8000003D_2DF8A4E2.xml.rels><?xml version="1.0" encoding="UTF-8" standalone="yes"?>
<Relationships xmlns="http://schemas.openxmlformats.org/package/2006/relationships"><Relationship Id="rId1" Type="http://schemas.openxmlformats.org/officeDocument/2006/relationships/slideMaster" Target="../slideMasters/slideMaster_80000000_B236BCD5.xml"/></Relationships>
</file>

<file path=ppt/slideLayouts/_rels/slideLayout_80000001_BD58AE4E.xml.rels><?xml version="1.0" encoding="UTF-8" standalone="yes"?>
<Relationships xmlns="http://schemas.openxmlformats.org/package/2006/relationships"><Relationship Id="rId2" Type="http://schemas.openxmlformats.org/officeDocument/2006/relationships/image" Target="../media/image_A9DF4B66.jpeg"/><Relationship Id="rId1" Type="http://schemas.openxmlformats.org/officeDocument/2006/relationships/slideMaster" Target="../slideMasters/slideMaster_80000000_B236BCD5.xml"/></Relationships>
</file>

<file path=ppt/slideLayouts/_rels/slideLayout_80000002_CB046BAF.xml.rels><?xml version="1.0" encoding="UTF-8" standalone="yes"?>
<Relationships xmlns="http://schemas.openxmlformats.org/package/2006/relationships"><Relationship Id="rId1" Type="http://schemas.openxmlformats.org/officeDocument/2006/relationships/slideMaster" Target="../slideMasters/slideMaster_80000000_B236BCD5.xml"/></Relationships>
</file>

<file path=ppt/slideLayouts/_rels/slideLayout_80000003_90649660.xml.rels><?xml version="1.0" encoding="UTF-8" standalone="yes"?>
<Relationships xmlns="http://schemas.openxmlformats.org/package/2006/relationships"><Relationship Id="rId2" Type="http://schemas.openxmlformats.org/officeDocument/2006/relationships/image" Target="../media/image_9AE7D70E.jpeg"/><Relationship Id="rId1" Type="http://schemas.openxmlformats.org/officeDocument/2006/relationships/slideMaster" Target="../slideMasters/slideMaster_80000000_B236BCD5.xml"/></Relationships>
</file>

<file path=ppt/slideLayouts/_rels/slideLayout_80000004_FA212EAA.xml.rels><?xml version="1.0" encoding="UTF-8" standalone="yes"?>
<Relationships xmlns="http://schemas.openxmlformats.org/package/2006/relationships"><Relationship Id="rId2" Type="http://schemas.openxmlformats.org/officeDocument/2006/relationships/image" Target="../media/image_B05601A2.jpeg"/><Relationship Id="rId1" Type="http://schemas.openxmlformats.org/officeDocument/2006/relationships/slideMaster" Target="../slideMasters/slideMaster_80000000_B236BCD5.xml"/></Relationships>
</file>

<file path=ppt/slideLayouts/_rels/slideLayout_80000005_C929DE0E.xml.rels><?xml version="1.0" encoding="UTF-8" standalone="yes"?>
<Relationships xmlns="http://schemas.openxmlformats.org/package/2006/relationships"><Relationship Id="rId2" Type="http://schemas.openxmlformats.org/officeDocument/2006/relationships/image" Target="../media/image_AA6CFBBA.jpeg"/><Relationship Id="rId1" Type="http://schemas.openxmlformats.org/officeDocument/2006/relationships/slideMaster" Target="../slideMasters/slideMaster_80000000_B236BCD5.xml"/></Relationships>
</file>

<file path=ppt/slideLayouts/_rels/slideLayout_80000006_E64BE074.xml.rels><?xml version="1.0" encoding="UTF-8" standalone="yes"?>
<Relationships xmlns="http://schemas.openxmlformats.org/package/2006/relationships"><Relationship Id="rId1" Type="http://schemas.openxmlformats.org/officeDocument/2006/relationships/slideMaster" Target="../slideMasters/slideMaster_80000000_B236BCD5.xml"/></Relationships>
</file>

<file path=ppt/slideLayouts/_rels/slideLayout_80000007_B658406.xml.rels><?xml version="1.0" encoding="UTF-8" standalone="yes"?>
<Relationships xmlns="http://schemas.openxmlformats.org/package/2006/relationships"><Relationship Id="rId1" Type="http://schemas.openxmlformats.org/officeDocument/2006/relationships/slideMaster" Target="../slideMasters/slideMaster_80000000_B236BCD5.xml"/></Relationships>
</file>

<file path=ppt/slideLayouts/_rels/slideLayout_80000008_F0E07E1.xml.rels><?xml version="1.0" encoding="UTF-8" standalone="yes"?>
<Relationships xmlns="http://schemas.openxmlformats.org/package/2006/relationships"><Relationship Id="rId1" Type="http://schemas.openxmlformats.org/officeDocument/2006/relationships/slideMaster" Target="../slideMasters/slideMaster_80000000_B236BCD5.xml"/></Relationships>
</file>

<file path=ppt/slideLayouts/_rels/slideLayout_80000009_D14C2114.xml.rels><?xml version="1.0" encoding="UTF-8" standalone="yes"?>
<Relationships xmlns="http://schemas.openxmlformats.org/package/2006/relationships"><Relationship Id="rId1" Type="http://schemas.openxmlformats.org/officeDocument/2006/relationships/slideMaster" Target="../slideMasters/slideMaster_80000000_B236BCD5.xml"/></Relationships>
</file>

<file path=ppt/slideLayouts/_rels/slideLayout_80000018_786417F9.xml.rels><?xml version="1.0" encoding="UTF-8" standalone="yes"?>
<Relationships xmlns="http://schemas.openxmlformats.org/package/2006/relationships"><Relationship Id="rId2" Type="http://schemas.openxmlformats.org/officeDocument/2006/relationships/image" Target="../media/image_278126E.jpeg"/><Relationship Id="rId1" Type="http://schemas.openxmlformats.org/officeDocument/2006/relationships/slideMaster" Target="../slideMasters/slideMaster_80000000_B236BCD5.xml"/></Relationships>
</file>

<file path=ppt/slideLayouts/_rels/slideLayout_80000019_7226F59B.xml.rels><?xml version="1.0" encoding="UTF-8" standalone="yes"?>
<Relationships xmlns="http://schemas.openxmlformats.org/package/2006/relationships"><Relationship Id="rId1" Type="http://schemas.openxmlformats.org/officeDocument/2006/relationships/slideMaster" Target="../slideMasters/slideMaster_80000000_B236BCD5.xml"/></Relationships>
</file>

<file path=ppt/slideLayouts/_rels/slideLayout_80000020_1F063BEC.xml.rels><?xml version="1.0" encoding="UTF-8" standalone="yes"?>
<Relationships xmlns="http://schemas.openxmlformats.org/package/2006/relationships"><Relationship Id="rId2" Type="http://schemas.openxmlformats.org/officeDocument/2006/relationships/image" Target="../media/image_4558DEFD.jpeg"/><Relationship Id="rId1" Type="http://schemas.openxmlformats.org/officeDocument/2006/relationships/slideMaster" Target="../slideMasters/slideMaster_80000000_B236BCD5.xml"/></Relationships>
</file>

<file path=ppt/slideLayouts/_rels/slideLayout_80000021_D22137D8.xml.rels><?xml version="1.0" encoding="UTF-8" standalone="yes"?>
<Relationships xmlns="http://schemas.openxmlformats.org/package/2006/relationships"><Relationship Id="rId2" Type="http://schemas.openxmlformats.org/officeDocument/2006/relationships/image" Target="../media/image_1B3444C7.jpeg"/><Relationship Id="rId1" Type="http://schemas.openxmlformats.org/officeDocument/2006/relationships/slideMaster" Target="../slideMasters/slideMaster_80000000_B236BCD5.xml"/></Relationships>
</file>

<file path=ppt/slideLayouts/_rels/slideLayout_80000022_EDC47FDB.xml.rels><?xml version="1.0" encoding="UTF-8" standalone="yes"?>
<Relationships xmlns="http://schemas.openxmlformats.org/package/2006/relationships"><Relationship Id="rId2" Type="http://schemas.openxmlformats.org/officeDocument/2006/relationships/image" Target="../media/image_9D6F99D2.jpeg"/><Relationship Id="rId1" Type="http://schemas.openxmlformats.org/officeDocument/2006/relationships/slideMaster" Target="../slideMasters/slideMaster_80000000_B236BCD5.xml"/></Relationships>
</file>

<file path=ppt/slideLayouts/_rels/slideLayout_80000023_61E5F2D.xml.rels><?xml version="1.0" encoding="UTF-8" standalone="yes"?>
<Relationships xmlns="http://schemas.openxmlformats.org/package/2006/relationships"><Relationship Id="rId2" Type="http://schemas.openxmlformats.org/officeDocument/2006/relationships/image" Target="../media/image_9D6F99D2.jpeg"/><Relationship Id="rId1" Type="http://schemas.openxmlformats.org/officeDocument/2006/relationships/slideMaster" Target="../slideMasters/slideMaster_80000000_B236BCD5.xml"/></Relationships>
</file>

<file path=ppt/slideLayouts/_rels/slideLayout_80000024_6D37E8BF.xml.rels><?xml version="1.0" encoding="UTF-8" standalone="yes"?>
<Relationships xmlns="http://schemas.openxmlformats.org/package/2006/relationships"><Relationship Id="rId2" Type="http://schemas.openxmlformats.org/officeDocument/2006/relationships/image" Target="../media/image_82EEDC65.jpeg"/><Relationship Id="rId1" Type="http://schemas.openxmlformats.org/officeDocument/2006/relationships/slideMaster" Target="../slideMasters/slideMaster_80000000_B236BCD5.xml"/></Relationships>
</file>

<file path=ppt/slideLayouts/_rels/slideLayout_80000025_B778B140.xml.rels><?xml version="1.0" encoding="UTF-8" standalone="yes"?>
<Relationships xmlns="http://schemas.openxmlformats.org/package/2006/relationships"><Relationship Id="rId2" Type="http://schemas.openxmlformats.org/officeDocument/2006/relationships/image" Target="../media/image_194E8121.jpeg"/><Relationship Id="rId1" Type="http://schemas.openxmlformats.org/officeDocument/2006/relationships/slideMaster" Target="../slideMasters/slideMaster_80000000_B236BCD5.xml"/></Relationships>
</file>

<file path=ppt/slideLayouts/_rels/slideLayout_80000026_ED0D3FFB.xml.rels><?xml version="1.0" encoding="UTF-8" standalone="yes"?>
<Relationships xmlns="http://schemas.openxmlformats.org/package/2006/relationships"><Relationship Id="rId2" Type="http://schemas.openxmlformats.org/officeDocument/2006/relationships/image" Target="../media/image_31A47DAB.jpeg"/><Relationship Id="rId1" Type="http://schemas.openxmlformats.org/officeDocument/2006/relationships/slideMaster" Target="../slideMasters/slideMaster_80000000_B236BCD5.xml"/></Relationships>
</file>

<file path=ppt/slideLayouts/_rels/slideLayout_80000027_2A39A785.xml.rels><?xml version="1.0" encoding="UTF-8" standalone="yes"?>
<Relationships xmlns="http://schemas.openxmlformats.org/package/2006/relationships"><Relationship Id="rId2" Type="http://schemas.openxmlformats.org/officeDocument/2006/relationships/image" Target="../media/image_C8C1F836.jpeg"/><Relationship Id="rId1" Type="http://schemas.openxmlformats.org/officeDocument/2006/relationships/slideMaster" Target="../slideMasters/slideMaster_80000000_B236BCD5.xml"/></Relationships>
</file>

<file path=ppt/slideLayouts/_rels/slideLayout_80000028_F72A6532.xml.rels><?xml version="1.0" encoding="UTF-8" standalone="yes"?>
<Relationships xmlns="http://schemas.openxmlformats.org/package/2006/relationships"><Relationship Id="rId2" Type="http://schemas.openxmlformats.org/officeDocument/2006/relationships/image" Target="../media/image_4D4388E9.jpeg"/><Relationship Id="rId1" Type="http://schemas.openxmlformats.org/officeDocument/2006/relationships/slideMaster" Target="../slideMasters/slideMaster_80000000_B236BCD5.xml"/></Relationships>
</file>

<file path=ppt/slideLayouts/_rels/slideLayout_80000029_68A100BA.xml.rels><?xml version="1.0" encoding="UTF-8" standalone="yes"?>
<Relationships xmlns="http://schemas.openxmlformats.org/package/2006/relationships"><Relationship Id="rId2" Type="http://schemas.openxmlformats.org/officeDocument/2006/relationships/image" Target="../media/image_7F8794A0.jpeg"/><Relationship Id="rId1" Type="http://schemas.openxmlformats.org/officeDocument/2006/relationships/slideMaster" Target="../slideMasters/slideMaster_80000000_B236BCD5.xml"/></Relationships>
</file>

<file path=ppt/slideLayouts/_rels/slideLayout_80000030_F7866422.xml.rels><?xml version="1.0" encoding="UTF-8" standalone="yes"?>
<Relationships xmlns="http://schemas.openxmlformats.org/package/2006/relationships"><Relationship Id="rId1" Type="http://schemas.openxmlformats.org/officeDocument/2006/relationships/slideMaster" Target="../slideMasters/slideMaster_80000000_B236BCD5.xml"/></Relationships>
</file>

<file path=ppt/slideLayouts/_rels/slideLayout_80000031_B3103A5.xml.rels><?xml version="1.0" encoding="UTF-8" standalone="yes"?>
<Relationships xmlns="http://schemas.openxmlformats.org/package/2006/relationships"><Relationship Id="rId1" Type="http://schemas.openxmlformats.org/officeDocument/2006/relationships/slideMaster" Target="../slideMasters/slideMaster_80000000_B236BCD5.xml"/></Relationships>
</file>

<file path=ppt/slideLayouts/_rels/slideLayout_80000032_8277235.xml.rels><?xml version="1.0" encoding="UTF-8" standalone="yes"?>
<Relationships xmlns="http://schemas.openxmlformats.org/package/2006/relationships"><Relationship Id="rId1" Type="http://schemas.openxmlformats.org/officeDocument/2006/relationships/slideMaster" Target="../slideMasters/slideMaster_80000000_B236BCD5.xml"/></Relationships>
</file>

<file path=ppt/slideLayouts/_rels/slideLayout_80000033_F6CC75B9.xml.rels><?xml version="1.0" encoding="UTF-8" standalone="yes"?>
<Relationships xmlns="http://schemas.openxmlformats.org/package/2006/relationships"><Relationship Id="rId1" Type="http://schemas.openxmlformats.org/officeDocument/2006/relationships/slideMaster" Target="../slideMasters/slideMaster_80000000_B236BCD5.xml"/></Relationships>
</file>

<file path=ppt/slideLayouts/_rels/slideLayout_80000034_39253CFA.xml.rels><?xml version="1.0" encoding="UTF-8" standalone="yes"?>
<Relationships xmlns="http://schemas.openxmlformats.org/package/2006/relationships"><Relationship Id="rId1" Type="http://schemas.openxmlformats.org/officeDocument/2006/relationships/slideMaster" Target="../slideMasters/slideMaster_80000000_B236BCD5.xml"/></Relationships>
</file>

<file path=ppt/slideLayouts/_rels/slideLayout_80000035_E62208F8.xml.rels><?xml version="1.0" encoding="UTF-8" standalone="yes"?>
<Relationships xmlns="http://schemas.openxmlformats.org/package/2006/relationships"><Relationship Id="rId1" Type="http://schemas.openxmlformats.org/officeDocument/2006/relationships/slideMaster" Target="../slideMasters/slideMaster_80000000_B236BCD5.xml"/></Relationships>
</file>

<file path=ppt/slideLayouts/_rels/slideLayout_80000036_34071CB1.xml.rels><?xml version="1.0" encoding="UTF-8" standalone="yes"?>
<Relationships xmlns="http://schemas.openxmlformats.org/package/2006/relationships"><Relationship Id="rId1" Type="http://schemas.openxmlformats.org/officeDocument/2006/relationships/slideMaster" Target="../slideMasters/slideMaster_80000000_B236BCD5.xml"/></Relationships>
</file>

<file path=ppt/slideLayouts/_rels/slideLayout_80000037_A53090D9.xml.rels><?xml version="1.0" encoding="UTF-8" standalone="yes"?>
<Relationships xmlns="http://schemas.openxmlformats.org/package/2006/relationships"><Relationship Id="rId1" Type="http://schemas.openxmlformats.org/officeDocument/2006/relationships/slideMaster" Target="../slideMasters/slideMaster_80000000_B236BCD5.xml"/></Relationships>
</file>

<file path=ppt/slideLayouts/_rels/slideLayout_80000038_2681EB05.xml.rels><?xml version="1.0" encoding="UTF-8" standalone="yes"?>
<Relationships xmlns="http://schemas.openxmlformats.org/package/2006/relationships"><Relationship Id="rId1" Type="http://schemas.openxmlformats.org/officeDocument/2006/relationships/slideMaster" Target="../slideMasters/slideMaster_80000000_B236BCD5.xml"/></Relationships>
</file>

<file path=ppt/slideLayouts/_rels/slideLayout_80000039_EDD9075D.xml.rels><?xml version="1.0" encoding="UTF-8" standalone="yes"?>
<Relationships xmlns="http://schemas.openxmlformats.org/package/2006/relationships"><Relationship Id="rId1" Type="http://schemas.openxmlformats.org/officeDocument/2006/relationships/slideMaster" Target="../slideMasters/slideMaster_80000000_B236BCD5.xml"/></Relationships>
</file>

<file path=ppt/slideLayouts/slideLayout_8000000A_AA7A56BD.xml><?xml version="1.0" encoding="utf-8"?>
<p:sldLayout xmlns:a="http://schemas.openxmlformats.org/drawingml/2006/main" xmlns:r="http://schemas.openxmlformats.org/officeDocument/2006/relationships" xmlns:p="http://schemas.openxmlformats.org/presentationml/2006/main" showMasterSp="0" preserve="1">
  <p:cSld name="Section Header 2">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B2555FD-4C27-26F9-D396-F44BD2552350}"/>
              </a:ext>
              <a:ext uri="{C183D7F6-B498-43B3-948B-1728B52AA6E4}">
                <adec:decorative xmlns:adec="http://schemas.microsoft.com/office/drawing/2017/decorative" val="1"/>
              </a:ext>
            </a:extLst>
          </p:cNvPr>
          <p:cNvSpPr/>
          <p:nvPr/>
        </p:nvSpPr>
        <p:spPr>
          <a:xfrm flipH="1">
            <a:off x="0" y="0"/>
            <a:ext cx="12188952"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114D9F56-D5FE-5416-E898-561CCD18E63E}"/>
              </a:ext>
              <a:ext uri="{C183D7F6-B498-43B3-948B-1728B52AA6E4}">
                <adec:decorative xmlns:adec="http://schemas.microsoft.com/office/drawing/2017/decorative" val="1"/>
              </a:ext>
            </a:extLst>
          </p:cNvPr>
          <p:cNvSpPr/>
          <p:nvPr/>
        </p:nvSpPr>
        <p:spPr>
          <a:xfrm>
            <a:off x="-7226" y="2522"/>
            <a:ext cx="12210294" cy="6855478"/>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Rectangle 14">
            <a:extLst>
              <a:ext uri="{FF2B5EF4-FFF2-40B4-BE49-F238E27FC236}">
                <a16:creationId xmlns:a16="http://schemas.microsoft.com/office/drawing/2014/main" id="{DCE312D2-549E-F681-7F68-B8AAD2F7696A}"/>
              </a:ext>
              <a:ext uri="{C183D7F6-B498-43B3-948B-1728B52AA6E4}">
                <adec:decorative xmlns:adec="http://schemas.microsoft.com/office/drawing/2017/decorative" val="1"/>
              </a:ext>
            </a:extLst>
          </p:cNvPr>
          <p:cNvSpPr/>
          <p:nvPr/>
        </p:nvSpPr>
        <p:spPr>
          <a:xfrm rot="10800000" flipH="1">
            <a:off x="383414" y="0"/>
            <a:ext cx="11826874" cy="6858000"/>
          </a:xfrm>
          <a:prstGeom prst="rect">
            <a:avLst/>
          </a:prstGeom>
          <a:gradFill>
            <a:gsLst>
              <a:gs pos="0">
                <a:srgbClr val="FA0036">
                  <a:alpha val="4000"/>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6" name="Rectangle 15">
            <a:extLst>
              <a:ext uri="{FF2B5EF4-FFF2-40B4-BE49-F238E27FC236}">
                <a16:creationId xmlns:a16="http://schemas.microsoft.com/office/drawing/2014/main" id="{5CC4FFFC-E214-3024-4ED7-32DAAA7A66E0}"/>
              </a:ext>
              <a:ext uri="{C183D7F6-B498-43B3-948B-1728B52AA6E4}">
                <adec:decorative xmlns:adec="http://schemas.microsoft.com/office/drawing/2017/decorative" val="1"/>
              </a:ext>
            </a:extLst>
          </p:cNvPr>
          <p:cNvSpPr/>
          <p:nvPr/>
        </p:nvSpPr>
        <p:spPr>
          <a:xfrm rot="5400000" flipH="1">
            <a:off x="4945773" y="-4953002"/>
            <a:ext cx="2286000" cy="12192001"/>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7" name="Rectangle 16">
            <a:extLst>
              <a:ext uri="{FF2B5EF4-FFF2-40B4-BE49-F238E27FC236}">
                <a16:creationId xmlns:a16="http://schemas.microsoft.com/office/drawing/2014/main" id="{963C23C4-6670-C4D3-CA25-EAF7EB91AC78}"/>
              </a:ext>
              <a:ext uri="{C183D7F6-B498-43B3-948B-1728B52AA6E4}">
                <adec:decorative xmlns:adec="http://schemas.microsoft.com/office/drawing/2017/decorative" val="1"/>
              </a:ext>
            </a:extLst>
          </p:cNvPr>
          <p:cNvSpPr/>
          <p:nvPr/>
        </p:nvSpPr>
        <p:spPr>
          <a:xfrm rot="10800000">
            <a:off x="3048" y="-5047"/>
            <a:ext cx="12188952" cy="6420678"/>
          </a:xfrm>
          <a:prstGeom prst="rect">
            <a:avLst/>
          </a:prstGeom>
          <a:gradFill>
            <a:gsLst>
              <a:gs pos="0">
                <a:srgbClr val="FA0036">
                  <a:alpha val="22000"/>
                </a:srgbClr>
              </a:gs>
              <a:gs pos="52000">
                <a:srgbClr val="FF907A">
                  <a:alpha val="0"/>
                </a:srgb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Oval 17">
            <a:extLst>
              <a:ext uri="{FF2B5EF4-FFF2-40B4-BE49-F238E27FC236}">
                <a16:creationId xmlns:a16="http://schemas.microsoft.com/office/drawing/2014/main" id="{FAF9AED1-BD83-3598-C1F0-DC7ED0150981}"/>
              </a:ext>
              <a:ext uri="{C183D7F6-B498-43B3-948B-1728B52AA6E4}">
                <adec:decorative xmlns:adec="http://schemas.microsoft.com/office/drawing/2017/decorative" val="1"/>
              </a:ext>
            </a:extLst>
          </p:cNvPr>
          <p:cNvSpPr/>
          <p:nvPr/>
        </p:nvSpPr>
        <p:spPr>
          <a:xfrm rot="20481594" flipH="1">
            <a:off x="6172247" y="626278"/>
            <a:ext cx="5005754" cy="5005754"/>
          </a:xfrm>
          <a:prstGeom prst="ellipse">
            <a:avLst/>
          </a:prstGeom>
          <a:gradFill>
            <a:gsLst>
              <a:gs pos="31000">
                <a:srgbClr val="FF907A">
                  <a:alpha val="0"/>
                </a:srgbClr>
              </a:gs>
              <a:gs pos="85000">
                <a:srgbClr val="FFBCAF">
                  <a:alpha val="1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731520" y="2596896"/>
            <a:ext cx="8933688" cy="3566160"/>
          </a:xfrm>
        </p:spPr>
        <p:txBody>
          <a:bodyPr anchor="b">
            <a:normAutofit/>
          </a:bodyPr>
          <a:lstStyle>
            <a:lvl1pPr>
              <a:lnSpc>
                <a:spcPct val="110000"/>
              </a:lnSpc>
              <a:defRPr sz="6000" cap="all" spc="700" baseline="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1"/>
                </a:solidFill>
              </a:defRPr>
            </a:lvl1pPr>
          </a:lstStyle>
          <a:p>
            <a:fld id="{A5F6D2C8-34B4-4D49-8BA1-BACB1E5E91D7}" type="datetime2">
              <a:rPr lang="en-US" smtClean="0"/>
              <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1"/>
                </a:solidFill>
              </a:defRPr>
            </a:lvl1pPr>
          </a:lstStyle>
          <a:p>
            <a:fld id="{84145AC3-CC88-4C8A-A6CE-8D44921B6A23}" type="slidenum">
              <a:rPr lang="en-US" smtClean="0"/>
              <a:pPr/>
              <a:t/>
            </a:fld>
            <a:endParaRPr lang="en-US"/>
          </a:p>
        </p:txBody>
      </p:sp>
    </p:spTree>
    <p:extLst>
      <p:ext uri="{BB962C8B-B14F-4D97-AF65-F5344CB8AC3E}">
        <p14:creationId xmlns:p14="http://schemas.microsoft.com/office/powerpoint/2010/main" val="2860144317"/>
      </p:ext>
    </p:extLst>
  </p:cSld>
  <p:clrMapOvr>
    <a:overrideClrMapping bg1="dk1" tx1="lt1" bg2="dk2" tx2="lt2" accent1="accent1" accent2="accent2" accent3="accent3" accent4="accent4" accent5="accent5" accent6="accent6" hlink="hlink" folHlink="folHlink"/>
  </p:clrMapOvr>
</p:sldLayout>
</file>

<file path=ppt/slideLayouts/slideLayout_8000000B_10928589.xml><?xml version="1.0" encoding="utf-8"?>
<p:sldLayout xmlns:a="http://schemas.openxmlformats.org/drawingml/2006/main" xmlns:r="http://schemas.openxmlformats.org/officeDocument/2006/relationships" xmlns:p="http://schemas.openxmlformats.org/presentationml/2006/main" showMasterSp="0" preserve="1">
  <p:cSld name="Agenda">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3735CD2-2790-A02E-C1A3-EB251A110779}"/>
              </a:ext>
              <a:ext uri="{C183D7F6-B498-43B3-948B-1728B52AA6E4}">
                <adec:decorative xmlns:adec="http://schemas.microsoft.com/office/drawing/2017/decorative" val="1"/>
              </a:ext>
            </a:extLst>
          </p:cNvPr>
          <p:cNvSpPr/>
          <p:nvPr/>
        </p:nvSpPr>
        <p:spPr>
          <a:xfrm flipH="1">
            <a:off x="-2" y="0"/>
            <a:ext cx="6096000" cy="6858000"/>
          </a:xfrm>
          <a:prstGeom prst="rect">
            <a:avLst/>
          </a:prstGeom>
          <a:gradFill>
            <a:gsLst>
              <a:gs pos="8000">
                <a:srgbClr val="FF907A"/>
              </a:gs>
              <a:gs pos="100000">
                <a:srgbClr val="DA002F">
                  <a:alpha val="88627"/>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C27BCFA5-D41F-08E8-0C59-3B6D1AE8FC85}"/>
              </a:ext>
              <a:ext uri="{C183D7F6-B498-43B3-948B-1728B52AA6E4}">
                <adec:decorative xmlns:adec="http://schemas.microsoft.com/office/drawing/2017/decorative" val="1"/>
              </a:ext>
            </a:extLst>
          </p:cNvPr>
          <p:cNvSpPr/>
          <p:nvPr/>
        </p:nvSpPr>
        <p:spPr>
          <a:xfrm flipH="1">
            <a:off x="0" y="17416"/>
            <a:ext cx="5067300" cy="6840156"/>
          </a:xfrm>
          <a:prstGeom prst="rect">
            <a:avLst/>
          </a:prstGeom>
          <a:gradFill>
            <a:gsLst>
              <a:gs pos="22000">
                <a:srgbClr val="FF5076">
                  <a:alpha val="0"/>
                </a:srgbClr>
              </a:gs>
              <a:gs pos="99000">
                <a:srgbClr val="92248E">
                  <a:alpha val="91765"/>
                </a:srgb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E833A7D-2BA4-F824-376C-8607C290E93B}"/>
              </a:ext>
              <a:ext uri="{C183D7F6-B498-43B3-948B-1728B52AA6E4}">
                <adec:decorative xmlns:adec="http://schemas.microsoft.com/office/drawing/2017/decorative" val="1"/>
              </a:ext>
            </a:extLst>
          </p:cNvPr>
          <p:cNvSpPr/>
          <p:nvPr/>
        </p:nvSpPr>
        <p:spPr>
          <a:xfrm rot="5400000" flipH="1">
            <a:off x="-20998" y="723590"/>
            <a:ext cx="6595192" cy="5638799"/>
          </a:xfrm>
          <a:prstGeom prst="rect">
            <a:avLst/>
          </a:prstGeom>
          <a:gradFill>
            <a:gsLst>
              <a:gs pos="2000">
                <a:srgbClr val="DA002F">
                  <a:alpha val="18824"/>
                </a:srgbClr>
              </a:gs>
              <a:gs pos="57000">
                <a:srgbClr val="FE4A00">
                  <a:alpha val="0"/>
                </a:srgb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CFC381E-3DA3-22D7-F3CB-6FF3B17D6865}"/>
              </a:ext>
              <a:ext uri="{C183D7F6-B498-43B3-948B-1728B52AA6E4}">
                <adec:decorative xmlns:adec="http://schemas.microsoft.com/office/drawing/2017/decorative" val="1"/>
              </a:ext>
            </a:extLst>
          </p:cNvPr>
          <p:cNvSpPr/>
          <p:nvPr/>
        </p:nvSpPr>
        <p:spPr>
          <a:xfrm rot="12508972">
            <a:off x="652110" y="716188"/>
            <a:ext cx="5005754" cy="5005754"/>
          </a:xfrm>
          <a:prstGeom prst="ellipse">
            <a:avLst/>
          </a:prstGeom>
          <a:gradFill>
            <a:gsLst>
              <a:gs pos="31000">
                <a:srgbClr val="FF907A">
                  <a:alpha val="0"/>
                </a:srgbClr>
              </a:gs>
              <a:gs pos="85000">
                <a:srgbClr val="FFBCAF">
                  <a:alpha val="22745"/>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22960" y="2029968"/>
            <a:ext cx="4398264" cy="2825496"/>
          </a:xfrm>
        </p:spPr>
        <p:txBody>
          <a:bodyPr anchor="ctr">
            <a:normAutofit/>
          </a:bodyPr>
          <a:lstStyle>
            <a:lvl1pPr algn="ctr">
              <a:lnSpc>
                <a:spcPct val="110000"/>
              </a:lnSpc>
              <a:defRPr sz="4000" cap="all" spc="700" baseline="0">
                <a:solidFill>
                  <a:schemeClr val="bg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004304" y="584688"/>
            <a:ext cx="4517136" cy="5688623"/>
          </a:xfrm>
        </p:spPr>
        <p:txBody>
          <a:bodyPr vert="horz" lIns="91440" tIns="45720" rIns="91440" bIns="45720" rtlCol="0" anchor="ctr">
            <a:normAutofit/>
          </a:bodyPr>
          <a:lstStyle>
            <a:lvl1pPr marL="342900" indent="-342900">
              <a:buFont typeface="+mj-lt"/>
              <a:buAutoNum type="arabicPeriod"/>
              <a:defRPr lang="en-US" sz="1800"/>
            </a:lvl1pPr>
            <a:lvl2pPr marL="571500" indent="-342900">
              <a:buFont typeface="+mj-lt"/>
              <a:buAutoNum type="arabicPeriod"/>
              <a:defRPr sz="1600"/>
            </a:lvl2pPr>
            <a:lvl3pPr marL="800100" indent="-342900">
              <a:buFont typeface="+mj-lt"/>
              <a:buAutoNum type="arabicPeriod"/>
              <a:defRPr sz="1400"/>
            </a:lvl3pPr>
            <a:lvl4pPr>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1"/>
                </a:solidFill>
              </a:defRPr>
            </a:lvl1pPr>
          </a:lstStyle>
          <a:p>
            <a:fld id="{07FA98E2-6F7F-4A51-8E1F-EB59A50F0269}" type="datetime2">
              <a:rPr lang="en-US" smtClean="0"/>
              <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278037897"/>
      </p:ext>
    </p:extLst>
  </p:cSld>
  <p:clrMapOvr>
    <a:overrideClrMapping bg1="lt1" tx1="dk1" bg2="lt2" tx2="dk2" accent1="accent1" accent2="accent2" accent3="accent3" accent4="accent4" accent5="accent5" accent6="accent6" hlink="hlink" folHlink="folHlink"/>
  </p:clrMapOvr>
</p:sldLayout>
</file>

<file path=ppt/slideLayouts/slideLayout_8000001A_A2C72040.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600200"/>
            <a:ext cx="3813048" cy="299923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711371" y="1600200"/>
            <a:ext cx="4892656" cy="3657600"/>
          </a:xfrm>
        </p:spPr>
        <p:txBody>
          <a:bodyPr vert="horz" lIns="91440" tIns="45720" rIns="91440" bIns="45720" rtlCol="0">
            <a:normAutofit/>
          </a:bodyPr>
          <a:lstStyle>
            <a:lvl1pPr>
              <a:defRPr lang="en-US"/>
            </a:lvl1pPr>
            <a:lvl2pPr>
              <a:defRPr lang="en-US"/>
            </a:lvl2pPr>
            <a:lvl3pPr>
              <a:defRPr lang="en-US"/>
            </a:lvl3pPr>
            <a:lvl4pPr>
              <a:defRPr lang="en-US"/>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2DB3D6C-C357-4A18-98FF-C5DAE1A10B46}" type="datetime2">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2730958912"/>
      </p:ext>
    </p:extLst>
  </p:cSld>
  <p:clrMapOvr>
    <a:masterClrMapping/>
  </p:clrMapOvr>
</p:sldLayout>
</file>

<file path=ppt/slideLayouts/slideLayout_8000001B_AFC11586.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600200"/>
            <a:ext cx="3611880" cy="299923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065776" y="1600200"/>
            <a:ext cx="6135624" cy="42976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6848E0B-8A0C-48E4-ADBA-2AC6A8CE7CBF}" type="datetime2">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2948666758"/>
      </p:ext>
    </p:extLst>
  </p:cSld>
  <p:clrMapOvr>
    <a:masterClrMapping/>
  </p:clrMapOvr>
</p:sldLayout>
</file>

<file path=ppt/slideLayouts/slideLayout_8000001C_AE4A73BE.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704088"/>
            <a:ext cx="3547872" cy="496519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065776" y="704088"/>
            <a:ext cx="6394704"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CBDCCA7-F1A7-4374-A53E-DDBF6669B4DA}" type="datetime2">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2924114878"/>
      </p:ext>
    </p:extLst>
  </p:cSld>
  <p:clrMapOvr>
    <a:masterClrMapping/>
  </p:clrMapOvr>
</p:sldLayout>
</file>

<file path=ppt/slideLayouts/slideLayout_8000001D_2EA2B979.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704088"/>
            <a:ext cx="2916936" cy="2916936"/>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588626" y="704088"/>
            <a:ext cx="713232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bg1"/>
                </a:solidFill>
              </a:defRPr>
            </a:lvl1pPr>
          </a:lstStyle>
          <a:p>
            <a:fld id="{7A4E53C8-4441-4494-9A33-9A60A8C010FF}" type="datetime2">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782416249"/>
      </p:ext>
    </p:extLst>
  </p:cSld>
  <p:clrMapOvr>
    <a:masterClrMapping/>
  </p:clrMapOvr>
</p:sldLayout>
</file>

<file path=ppt/slideLayouts/slideLayout_8000001E_1D29A21C.xml><?xml version="1.0" encoding="utf-8"?>
<p:sldLayout xmlns:a="http://schemas.openxmlformats.org/drawingml/2006/main" xmlns:r="http://schemas.openxmlformats.org/officeDocument/2006/relationships" xmlns:p="http://schemas.openxmlformats.org/presentationml/2006/main" showMasterSp="0" type="obj" preserve="1">
  <p:cSld name="Content 7">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98606AF-234E-F01C-E350-3E326E5ABE30}"/>
              </a:ext>
              <a:ext uri="{C183D7F6-B498-43B3-948B-1728B52AA6E4}">
                <adec:decorative xmlns:adec="http://schemas.microsoft.com/office/drawing/2017/decorative" val="1"/>
              </a:ext>
            </a:extLst>
          </p:cNvPr>
          <p:cNvSpPr/>
          <p:nvPr/>
        </p:nvSpPr>
        <p:spPr>
          <a:xfrm>
            <a:off x="-11209" y="0"/>
            <a:ext cx="12203208" cy="1698952"/>
          </a:xfrm>
          <a:prstGeom prst="rect">
            <a:avLst/>
          </a:prstGeom>
          <a:gradFill>
            <a:gsLst>
              <a:gs pos="0">
                <a:srgbClr val="DA002F"/>
              </a:gs>
              <a:gs pos="100000">
                <a:srgbClr val="FF8463"/>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FE6AE3A-A1C7-E9CA-615A-87942C8FD35D}"/>
              </a:ext>
              <a:ext uri="{C183D7F6-B498-43B3-948B-1728B52AA6E4}">
                <adec:decorative xmlns:adec="http://schemas.microsoft.com/office/drawing/2017/decorative" val="1"/>
              </a:ext>
            </a:extLst>
          </p:cNvPr>
          <p:cNvSpPr/>
          <p:nvPr/>
        </p:nvSpPr>
        <p:spPr>
          <a:xfrm>
            <a:off x="-11210" y="4199"/>
            <a:ext cx="8126510" cy="1694753"/>
          </a:xfrm>
          <a:prstGeom prst="rect">
            <a:avLst/>
          </a:prstGeom>
          <a:gradFill>
            <a:gsLst>
              <a:gs pos="37000">
                <a:srgbClr val="FF6C4F">
                  <a:alpha val="41961"/>
                </a:srgbClr>
              </a:gs>
              <a:gs pos="99000">
                <a:srgbClr val="DA002F">
                  <a:alpha val="5000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C082EBC-AF50-5C78-B731-0C4380660AF5}"/>
              </a:ext>
              <a:ext uri="{C183D7F6-B498-43B3-948B-1728B52AA6E4}">
                <adec:decorative xmlns:adec="http://schemas.microsoft.com/office/drawing/2017/decorative" val="1"/>
              </a:ext>
            </a:extLst>
          </p:cNvPr>
          <p:cNvSpPr/>
          <p:nvPr/>
        </p:nvSpPr>
        <p:spPr>
          <a:xfrm>
            <a:off x="5466" y="-6046"/>
            <a:ext cx="12197741" cy="1694753"/>
          </a:xfrm>
          <a:prstGeom prst="rect">
            <a:avLst/>
          </a:prstGeom>
          <a:gradFill>
            <a:gsLst>
              <a:gs pos="32000">
                <a:srgbClr val="D861D4">
                  <a:alpha val="0"/>
                </a:srgbClr>
              </a:gs>
              <a:gs pos="100000">
                <a:srgbClr val="93258E">
                  <a:alpha val="65882"/>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347472"/>
            <a:ext cx="9875520" cy="1033272"/>
          </a:xfrm>
        </p:spPr>
        <p:txBody>
          <a:bodyPr anchor="ctr"/>
          <a:lstStyle>
            <a:lvl1pPr>
              <a:defRPr>
                <a:solidFill>
                  <a:schemeClr val="bg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33272" y="2203703"/>
            <a:ext cx="9875520" cy="4067623"/>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137160" y="6455664"/>
            <a:ext cx="3557016" cy="365760"/>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7C27853E-A83C-4AE4-BB8D-D1C2F70D8524}" type="datetime2">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489267740"/>
      </p:ext>
    </p:extLst>
  </p:cSld>
  <p:clrMapOvr>
    <a:masterClrMapping/>
  </p:clrMapOvr>
</p:sldLayout>
</file>

<file path=ppt/slideLayouts/slideLayout_8000001F_CF760D28.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8358C6A-FFB7-7F91-94AA-423822AA8C38}"/>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7B507E-31E7-16F8-CF5C-A1250BA873D8}"/>
              </a:ext>
              <a:ext uri="{C183D7F6-B498-43B3-948B-1728B52AA6E4}">
                <adec:decorative xmlns:adec="http://schemas.microsoft.com/office/drawing/2017/decorative" val="1"/>
              </a:ext>
            </a:extLst>
          </p:cNvPr>
          <p:cNvSpPr/>
          <p:nvPr/>
        </p:nvSpPr>
        <p:spPr>
          <a:xfrm flipH="1">
            <a:off x="8022440" y="6406116"/>
            <a:ext cx="4169557"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475488"/>
            <a:ext cx="6400800" cy="1197864"/>
          </a:xfrm>
        </p:spPr>
        <p:txBody>
          <a:bodyPr anchor="b"/>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56232"/>
            <a:ext cx="6400800" cy="400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33F47ADC-E381-68F6-8F09-4B69A1B92548}"/>
              </a:ext>
            </a:extLst>
          </p:cNvPr>
          <p:cNvSpPr>
            <a:spLocks noGrp="1"/>
          </p:cNvSpPr>
          <p:nvPr>
            <p:ph type="pic" sz="quarter" idx="15" hasCustomPrompt="1"/>
          </p:nvPr>
        </p:nvSpPr>
        <p:spPr>
          <a:xfrm>
            <a:off x="8022440" y="603504"/>
            <a:ext cx="3553863" cy="5202936"/>
          </a:xfrm>
          <a:blipFill>
            <a:blip r:embed="rId2">
              <a:alphaModFix amt="70000"/>
            </a:blip>
            <a:stretch>
              <a:fillRect/>
            </a:stretch>
          </a:blipFill>
        </p:spPr>
        <p:txBody>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2BDBDAA-674F-41A5-9B7A-63B7C6B4BF31}" type="datetime2">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effectLst/>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3480620328"/>
      </p:ext>
    </p:extLst>
  </p:cSld>
  <p:clrMapOvr>
    <a:masterClrMapping/>
  </p:clrMapOvr>
</p:sldLayout>
</file>

<file path=ppt/slideLayouts/slideLayout_8000002A_174972E2.xml><?xml version="1.0" encoding="utf-8"?>
<p:sldLayout xmlns:a="http://schemas.openxmlformats.org/drawingml/2006/main" xmlns:r="http://schemas.openxmlformats.org/officeDocument/2006/relationships" xmlns:p="http://schemas.openxmlformats.org/presentationml/2006/main" showMasterSp="0" preserve="1">
  <p:cSld name="Content with Picture 12">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CBED10C-5619-54D2-5D2D-E5D0A3E26E93}"/>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F596777-297F-86C7-883A-2CA5E5F7CD86}"/>
              </a:ext>
              <a:ext uri="{C183D7F6-B498-43B3-948B-1728B52AA6E4}">
                <adec:decorative xmlns:adec="http://schemas.microsoft.com/office/drawing/2017/decorative" val="1"/>
              </a:ext>
            </a:extLst>
          </p:cNvPr>
          <p:cNvSpPr/>
          <p:nvPr/>
        </p:nvSpPr>
        <p:spPr>
          <a:xfrm flipH="1">
            <a:off x="6945630" y="6401228"/>
            <a:ext cx="5246366"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12064"/>
            <a:ext cx="10844784" cy="1170432"/>
          </a:xfrm>
        </p:spPr>
        <p:txBody>
          <a:bodyPr anchor="b"/>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BC6A79F2-1363-2482-D116-A2760202AE87}"/>
              </a:ext>
            </a:extLst>
          </p:cNvPr>
          <p:cNvSpPr>
            <a:spLocks noGrp="1"/>
          </p:cNvSpPr>
          <p:nvPr>
            <p:ph type="pic" sz="quarter" idx="15" hasCustomPrompt="1"/>
          </p:nvPr>
        </p:nvSpPr>
        <p:spPr>
          <a:xfrm>
            <a:off x="731520" y="1984247"/>
            <a:ext cx="6214110" cy="3879839"/>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1897688-419F-6EB2-5CC1-DC14924E5FC3}"/>
              </a:ext>
            </a:extLst>
          </p:cNvPr>
          <p:cNvSpPr>
            <a:spLocks noGrp="1"/>
          </p:cNvSpPr>
          <p:nvPr>
            <p:ph sz="quarter" idx="14"/>
          </p:nvPr>
        </p:nvSpPr>
        <p:spPr>
          <a:xfrm>
            <a:off x="7699959" y="1984248"/>
            <a:ext cx="3876346" cy="3879839"/>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C3B1CEA-5D85-42AB-95DF-BF2F02172CA4}" type="datetime2">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390689506"/>
      </p:ext>
    </p:extLst>
  </p:cSld>
  <p:clrMapOvr>
    <a:masterClrMapping/>
  </p:clrMapOvr>
</p:sldLayout>
</file>

<file path=ppt/slideLayouts/slideLayout_8000002B_D7AC3EF7.xml><?xml version="1.0" encoding="utf-8"?>
<p:sldLayout xmlns:a="http://schemas.openxmlformats.org/drawingml/2006/main" xmlns:r="http://schemas.openxmlformats.org/officeDocument/2006/relationships" xmlns:p="http://schemas.openxmlformats.org/presentationml/2006/main" showMasterSp="0" preserve="1">
  <p:cSld name="Content with Picture 13">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2093A5D-CF9E-656F-6E4D-BBE26617BBEC}"/>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7D037C8-31EA-E42D-7880-3FC907A897D8}"/>
              </a:ext>
              <a:ext uri="{C183D7F6-B498-43B3-948B-1728B52AA6E4}">
                <adec:decorative xmlns:adec="http://schemas.microsoft.com/office/drawing/2017/decorative" val="1"/>
              </a:ext>
            </a:extLst>
          </p:cNvPr>
          <p:cNvSpPr/>
          <p:nvPr/>
        </p:nvSpPr>
        <p:spPr>
          <a:xfrm flipH="1">
            <a:off x="4380987" y="6400799"/>
            <a:ext cx="7811009"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886200"/>
            <a:ext cx="3649468" cy="2048256"/>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DC72D447-6660-458A-13D3-C4FF07038659}"/>
              </a:ext>
            </a:extLst>
          </p:cNvPr>
          <p:cNvSpPr>
            <a:spLocks noGrp="1"/>
          </p:cNvSpPr>
          <p:nvPr>
            <p:ph type="pic" sz="quarter" idx="15" hasCustomPrompt="1"/>
          </p:nvPr>
        </p:nvSpPr>
        <p:spPr>
          <a:xfrm>
            <a:off x="731518" y="0"/>
            <a:ext cx="3520440" cy="3648456"/>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148072" y="704088"/>
            <a:ext cx="6428232" cy="5230368"/>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B5151AB-126F-4C4D-9C0D-9B9B07DC1CFA}" type="datetime2">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3618389751"/>
      </p:ext>
    </p:extLst>
  </p:cSld>
  <p:clrMapOvr>
    <a:masterClrMapping/>
  </p:clrMapOvr>
</p:sldLayout>
</file>

<file path=ppt/slideLayouts/slideLayout_8000002C_2F6E9175.xml><?xml version="1.0" encoding="utf-8"?>
<p:sldLayout xmlns:a="http://schemas.openxmlformats.org/drawingml/2006/main" xmlns:r="http://schemas.openxmlformats.org/officeDocument/2006/relationships" xmlns:p="http://schemas.openxmlformats.org/presentationml/2006/main" showMasterSp="0" preserve="1">
  <p:cSld name="Content with Picture 14">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FEA2F20-DFC9-8EAE-10DC-BC89113C2D4F}"/>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B4C5968-63F8-AF79-49F2-4D9E9C22DD6B}"/>
              </a:ext>
              <a:ext uri="{C183D7F6-B498-43B3-948B-1728B52AA6E4}">
                <adec:decorative xmlns:adec="http://schemas.microsoft.com/office/drawing/2017/decorative" val="1"/>
              </a:ext>
            </a:extLst>
          </p:cNvPr>
          <p:cNvSpPr/>
          <p:nvPr/>
        </p:nvSpPr>
        <p:spPr>
          <a:xfrm flipH="1">
            <a:off x="3626812" y="6400799"/>
            <a:ext cx="8565184"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704088"/>
            <a:ext cx="2895292" cy="1581912"/>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Picture Placeholder 3">
            <a:extLst>
              <a:ext uri="{FF2B5EF4-FFF2-40B4-BE49-F238E27FC236}">
                <a16:creationId xmlns:a16="http://schemas.microsoft.com/office/drawing/2014/main" id="{4A3F22A9-E31A-48F3-DD64-8A1764532472}"/>
              </a:ext>
            </a:extLst>
          </p:cNvPr>
          <p:cNvSpPr>
            <a:spLocks noGrp="1"/>
          </p:cNvSpPr>
          <p:nvPr>
            <p:ph type="pic" sz="quarter" idx="15" hasCustomPrompt="1"/>
          </p:nvPr>
        </p:nvSpPr>
        <p:spPr>
          <a:xfrm>
            <a:off x="731520" y="2368296"/>
            <a:ext cx="2788920" cy="3429000"/>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453128" y="704088"/>
            <a:ext cx="7123176" cy="5175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8EB0D61-5867-4B60-96C2-F34431D24F0C}" type="datetime2">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795775349"/>
      </p:ext>
    </p:extLst>
  </p:cSld>
  <p:clrMapOvr>
    <a:masterClrMapping/>
  </p:clrMapOvr>
</p:sldLayout>
</file>

<file path=ppt/slideLayouts/slideLayout_8000002D_3526F401.xml><?xml version="1.0" encoding="utf-8"?>
<p:sldLayout xmlns:a="http://schemas.openxmlformats.org/drawingml/2006/main" xmlns:r="http://schemas.openxmlformats.org/officeDocument/2006/relationships" xmlns:p="http://schemas.openxmlformats.org/presentationml/2006/main" showMasterSp="0" preserve="1">
  <p:cSld name="Number Large">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9034161-664F-95F7-2318-8455D39DC535}"/>
              </a:ext>
              <a:ext uri="{C183D7F6-B498-43B3-948B-1728B52AA6E4}">
                <adec:decorative xmlns:adec="http://schemas.microsoft.com/office/drawing/2017/decorative" val="1"/>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grpSp>
        <p:nvGrpSpPr>
          <p:cNvPr id="9" name="Group 8">
            <a:extLst>
              <a:ext uri="{FF2B5EF4-FFF2-40B4-BE49-F238E27FC236}">
                <a16:creationId xmlns:a16="http://schemas.microsoft.com/office/drawing/2014/main" id="{02F5F8B4-8FF0-1254-0A5B-CC22084F6C2D}"/>
              </a:ext>
              <a:ext uri="{C183D7F6-B498-43B3-948B-1728B52AA6E4}">
                <adec:decorative xmlns:adec="http://schemas.microsoft.com/office/drawing/2017/decorative" val="1"/>
              </a:ext>
            </a:extLst>
          </p:cNvPr>
          <p:cNvGrpSpPr/>
          <p:nvPr/>
        </p:nvGrpSpPr>
        <p:grpSpPr>
          <a:xfrm flipH="1" flipV="1">
            <a:off x="-12756" y="2522"/>
            <a:ext cx="12217513" cy="6863044"/>
            <a:chOff x="585170" y="-169430"/>
            <a:chExt cx="12217513" cy="6863044"/>
          </a:xfrm>
        </p:grpSpPr>
        <p:sp>
          <p:nvSpPr>
            <p:cNvPr id="10" name="Rectangle 9">
              <a:extLst>
                <a:ext uri="{FF2B5EF4-FFF2-40B4-BE49-F238E27FC236}">
                  <a16:creationId xmlns:a16="http://schemas.microsoft.com/office/drawing/2014/main" id="{5B4E1ECA-F93C-A483-C4F1-29C42597B7D2}"/>
                </a:ext>
              </a:extLst>
            </p:cNvPr>
            <p:cNvSpPr/>
            <p:nvPr/>
          </p:nvSpPr>
          <p:spPr>
            <a:xfrm>
              <a:off x="585170" y="-169430"/>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7C06865F-89CC-BE15-EAA2-7DE6517391D6}"/>
                </a:ext>
              </a:extLst>
            </p:cNvPr>
            <p:cNvSpPr/>
            <p:nvPr/>
          </p:nvSpPr>
          <p:spPr>
            <a:xfrm rot="10800000" flipH="1">
              <a:off x="585170" y="-169430"/>
              <a:ext cx="12203060"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CEAFE0B0-2261-5CA7-AE61-EDC374B643E3}"/>
                </a:ext>
              </a:extLst>
            </p:cNvPr>
            <p:cNvSpPr/>
            <p:nvPr/>
          </p:nvSpPr>
          <p:spPr>
            <a:xfrm rot="5400000" flipH="1">
              <a:off x="5550927" y="-5130142"/>
              <a:ext cx="2286000" cy="12217513"/>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F7AA7DB0-DE62-3BEE-FB72-481649D63F9F}"/>
                </a:ext>
              </a:extLst>
            </p:cNvPr>
            <p:cNvSpPr/>
            <p:nvPr/>
          </p:nvSpPr>
          <p:spPr>
            <a:xfrm rot="16200000">
              <a:off x="-1313867" y="1732127"/>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pSp>
      <p:sp>
        <p:nvSpPr>
          <p:cNvPr id="14" name="Rectangle 13">
            <a:extLst>
              <a:ext uri="{FF2B5EF4-FFF2-40B4-BE49-F238E27FC236}">
                <a16:creationId xmlns:a16="http://schemas.microsoft.com/office/drawing/2014/main" id="{B3FCEE29-6799-F2C5-729F-491AE62D49D7}"/>
              </a:ext>
              <a:ext uri="{C183D7F6-B498-43B3-948B-1728B52AA6E4}">
                <adec:decorative xmlns:adec="http://schemas.microsoft.com/office/drawing/2017/decorative" val="1"/>
              </a:ext>
            </a:extLst>
          </p:cNvPr>
          <p:cNvSpPr/>
          <p:nvPr/>
        </p:nvSpPr>
        <p:spPr>
          <a:xfrm>
            <a:off x="-18286" y="4719145"/>
            <a:ext cx="12221346" cy="214894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1060704" y="4974336"/>
            <a:ext cx="10433304" cy="1444752"/>
          </a:xfrm>
        </p:spPr>
        <p:txBody>
          <a:bodyPr anchor="ctr">
            <a:normAutofit/>
          </a:bodyPr>
          <a:lstStyle>
            <a:lvl1pPr algn="ctr">
              <a:lnSpc>
                <a:spcPct val="120000"/>
              </a:lnSpc>
              <a:defRPr sz="2800" b="0" cap="all" spc="300" baseline="0">
                <a:solidFill>
                  <a:schemeClr val="bg1"/>
                </a:solidFill>
                <a:latin typeface="+mn-lt"/>
              </a:defRPr>
            </a:lvl1pPr>
          </a:lstStyle>
          <a:p>
            <a:r>
              <a:rPr lang="en-US"/>
              <a:t>Click to edit Master title style</a:t>
            </a:r>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1060704" y="704088"/>
            <a:ext cx="10661904" cy="3849624"/>
          </a:xfrm>
        </p:spPr>
        <p:txBody>
          <a:bodyPr anchor="b">
            <a:normAutofit/>
          </a:bodyPr>
          <a:lstStyle>
            <a:lvl1pPr marL="0" indent="0" algn="ctr">
              <a:buNone/>
              <a:defRPr sz="27000" b="1">
                <a:solidFill>
                  <a:schemeClr val="tx1"/>
                </a:solidFill>
                <a:latin typeface="+mj-lt"/>
              </a:defRPr>
            </a:lvl1pPr>
          </a:lstStyle>
          <a:p>
            <a:pPr lvl="0"/>
            <a:r>
              <a:rPr lang="en-US"/>
              <a:t>##%</a:t>
            </a:r>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bg1"/>
                </a:solidFill>
              </a:defRPr>
            </a:lvl1pPr>
          </a:lstStyle>
          <a:p>
            <a:fld id="{774365B4-2BDD-42A8-8AD0-4FD66D3F5C4E}" type="datetime2">
              <a:rPr lang="en-US" smtClean="0"/>
              <a:t/>
            </a:fld>
            <a:endParaRPr lang="en-US"/>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891745281"/>
      </p:ext>
    </p:extLst>
  </p:cSld>
  <p:clrMapOvr>
    <a:overrideClrMapping bg1="dk1" tx1="lt1" bg2="dk2" tx2="lt2" accent1="accent1" accent2="accent2" accent3="accent3" accent4="accent4" accent5="accent5" accent6="accent6" hlink="hlink" folHlink="folHlink"/>
  </p:clrMapOvr>
</p:sldLayout>
</file>

<file path=ppt/slideLayouts/slideLayout_8000002E_DF2A3FA4.xml><?xml version="1.0" encoding="utf-8"?>
<p:sldLayout xmlns:a="http://schemas.openxmlformats.org/drawingml/2006/main" xmlns:r="http://schemas.openxmlformats.org/officeDocument/2006/relationships" xmlns:p="http://schemas.openxmlformats.org/presentationml/2006/main" showMasterSp="0" preserve="1">
  <p:cSld name="Number Large 2">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0BB2D57-DDE5-A73E-9F8B-DA3ACB699FFB}"/>
              </a:ext>
              <a:ext uri="{C183D7F6-B498-43B3-948B-1728B52AA6E4}">
                <adec:decorative xmlns:adec="http://schemas.microsoft.com/office/drawing/2017/decorative" val="1"/>
              </a:ext>
            </a:extLst>
          </p:cNvPr>
          <p:cNvSpPr/>
          <p:nvPr/>
        </p:nvSpPr>
        <p:spPr>
          <a:xfrm>
            <a:off x="0" y="0"/>
            <a:ext cx="12192000" cy="6858000"/>
          </a:xfrm>
          <a:prstGeom prst="rect">
            <a:avLst/>
          </a:prstGeom>
          <a:solidFill>
            <a:srgbClr val="FFFFFF"/>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sp>
        <p:nvSpPr>
          <p:cNvPr id="15" name="Rectangle 14">
            <a:extLst>
              <a:ext uri="{FF2B5EF4-FFF2-40B4-BE49-F238E27FC236}">
                <a16:creationId xmlns:a16="http://schemas.microsoft.com/office/drawing/2014/main" id="{F366F834-30C7-711B-1DA9-E85C7CC17F11}"/>
              </a:ext>
              <a:ext uri="{C183D7F6-B498-43B3-948B-1728B52AA6E4}">
                <adec:decorative xmlns:adec="http://schemas.microsoft.com/office/drawing/2017/decorative" val="1"/>
              </a:ext>
            </a:extLst>
          </p:cNvPr>
          <p:cNvSpPr/>
          <p:nvPr/>
        </p:nvSpPr>
        <p:spPr>
          <a:xfrm flipH="1">
            <a:off x="18287" y="-2522"/>
            <a:ext cx="12192000" cy="6865568"/>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6" name="Rectangle 15">
            <a:extLst>
              <a:ext uri="{FF2B5EF4-FFF2-40B4-BE49-F238E27FC236}">
                <a16:creationId xmlns:a16="http://schemas.microsoft.com/office/drawing/2014/main" id="{5766A7B6-C07F-DDF6-2DA7-A25316E3DB49}"/>
              </a:ext>
              <a:ext uri="{C183D7F6-B498-43B3-948B-1728B52AA6E4}">
                <adec:decorative xmlns:adec="http://schemas.microsoft.com/office/drawing/2017/decorative" val="1"/>
              </a:ext>
            </a:extLst>
          </p:cNvPr>
          <p:cNvSpPr/>
          <p:nvPr/>
        </p:nvSpPr>
        <p:spPr>
          <a:xfrm>
            <a:off x="-7227" y="-5045"/>
            <a:ext cx="12217513" cy="6868091"/>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7" name="Rectangle 16">
            <a:extLst>
              <a:ext uri="{FF2B5EF4-FFF2-40B4-BE49-F238E27FC236}">
                <a16:creationId xmlns:a16="http://schemas.microsoft.com/office/drawing/2014/main" id="{D61767CC-CF27-DF8F-8449-932B71E7F814}"/>
              </a:ext>
              <a:ext uri="{C183D7F6-B498-43B3-948B-1728B52AA6E4}">
                <adec:decorative xmlns:adec="http://schemas.microsoft.com/office/drawing/2017/decorative" val="1"/>
              </a:ext>
            </a:extLst>
          </p:cNvPr>
          <p:cNvSpPr/>
          <p:nvPr/>
        </p:nvSpPr>
        <p:spPr>
          <a:xfrm rot="10800000" flipH="1">
            <a:off x="429475" y="-5045"/>
            <a:ext cx="11788038"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8" name="Rectangle 17">
            <a:extLst>
              <a:ext uri="{FF2B5EF4-FFF2-40B4-BE49-F238E27FC236}">
                <a16:creationId xmlns:a16="http://schemas.microsoft.com/office/drawing/2014/main" id="{FCDF59EC-E66B-10C0-FD29-4F5A7C07CC05}"/>
              </a:ext>
              <a:ext uri="{C183D7F6-B498-43B3-948B-1728B52AA6E4}">
                <adec:decorative xmlns:adec="http://schemas.microsoft.com/office/drawing/2017/decorative" val="1"/>
              </a:ext>
            </a:extLst>
          </p:cNvPr>
          <p:cNvSpPr/>
          <p:nvPr/>
        </p:nvSpPr>
        <p:spPr>
          <a:xfrm rot="5400000" flipH="1">
            <a:off x="4958529" y="-4965758"/>
            <a:ext cx="2286000" cy="12217514"/>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Rectangle 18">
            <a:extLst>
              <a:ext uri="{FF2B5EF4-FFF2-40B4-BE49-F238E27FC236}">
                <a16:creationId xmlns:a16="http://schemas.microsoft.com/office/drawing/2014/main" id="{014A4547-53B1-493D-CE90-DA2AB946D64A}"/>
              </a:ext>
              <a:ext uri="{C183D7F6-B498-43B3-948B-1728B52AA6E4}">
                <adec:decorative xmlns:adec="http://schemas.microsoft.com/office/drawing/2017/decorative" val="1"/>
              </a:ext>
            </a:extLst>
          </p:cNvPr>
          <p:cNvSpPr/>
          <p:nvPr/>
        </p:nvSpPr>
        <p:spPr>
          <a:xfrm rot="16200000">
            <a:off x="-900224" y="892997"/>
            <a:ext cx="6860522" cy="5074531"/>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2057400" y="4809744"/>
            <a:ext cx="8156448" cy="1545336"/>
          </a:xfrm>
        </p:spPr>
        <p:txBody>
          <a:bodyPr anchor="t">
            <a:normAutofit/>
          </a:bodyPr>
          <a:lstStyle>
            <a:lvl1pPr algn="ctr">
              <a:lnSpc>
                <a:spcPct val="120000"/>
              </a:lnSpc>
              <a:defRPr sz="2800" b="0" cap="all" spc="300" baseline="0">
                <a:solidFill>
                  <a:schemeClr val="tx1"/>
                </a:solidFill>
                <a:latin typeface="+mn-lt"/>
              </a:defRPr>
            </a:lvl1pPr>
          </a:lstStyle>
          <a:p>
            <a:r>
              <a:rPr lang="en-US"/>
              <a:t>Click to edit Master title style</a:t>
            </a:r>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822960" y="603504"/>
            <a:ext cx="10543032" cy="4114800"/>
          </a:xfrm>
        </p:spPr>
        <p:txBody>
          <a:bodyPr anchor="b">
            <a:normAutofit/>
          </a:bodyPr>
          <a:lstStyle>
            <a:lvl1pPr marL="0" indent="0" algn="ctr">
              <a:buNone/>
              <a:defRPr sz="25000" b="1">
                <a:solidFill>
                  <a:schemeClr val="tx1"/>
                </a:solidFill>
                <a:latin typeface="+mj-lt"/>
              </a:defRPr>
            </a:lvl1pPr>
          </a:lstStyle>
          <a:p>
            <a:pPr lvl="0"/>
            <a:r>
              <a:rPr lang="en-US"/>
              <a:t>##%</a:t>
            </a:r>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tx1"/>
                </a:solidFill>
              </a:defRPr>
            </a:lvl1pPr>
          </a:lstStyle>
          <a:p>
            <a:fld id="{18042AE0-E8A0-4C07-BDCE-3F5EAB477031}" type="datetime2">
              <a:rPr lang="en-US" smtClean="0"/>
              <a:t/>
            </a:fld>
            <a:endParaRPr lang="en-US"/>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3744087972"/>
      </p:ext>
    </p:extLst>
  </p:cSld>
  <p:clrMapOvr>
    <a:overrideClrMapping bg1="dk1" tx1="lt1" bg2="dk2" tx2="lt2" accent1="accent1" accent2="accent2" accent3="accent3" accent4="accent4" accent5="accent5" accent6="accent6" hlink="hlink" folHlink="folHlink"/>
  </p:clrMapOvr>
</p:sldLayout>
</file>

<file path=ppt/slideLayouts/slideLayout_8000002F_4D3A743C.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53789-FF7A-62BD-CDC8-87D588F55405}"/>
              </a:ext>
            </a:extLst>
          </p:cNvPr>
          <p:cNvSpPr>
            <a:spLocks noGrp="1"/>
          </p:cNvSpPr>
          <p:nvPr>
            <p:ph type="title"/>
          </p:nvPr>
        </p:nvSpPr>
        <p:spPr>
          <a:xfrm>
            <a:off x="731520" y="4809744"/>
            <a:ext cx="5897880" cy="1353312"/>
          </a:xfrm>
        </p:spPr>
        <p:txBody>
          <a:bodyPr vert="horz" lIns="91440" tIns="45720" rIns="91440" bIns="45720" rtlCol="0" anchor="t">
            <a:normAutofit/>
          </a:bodyPr>
          <a:lstStyle>
            <a:lvl1pPr>
              <a:lnSpc>
                <a:spcPct val="120000"/>
              </a:lnSpc>
              <a:defRPr lang="en-US" sz="2800" b="0" dirty="0">
                <a:latin typeface="+mn-lt"/>
              </a:defRPr>
            </a:lvl1pPr>
          </a:lstStyle>
          <a:p>
            <a:pPr lvl="0"/>
            <a:r>
              <a:rPr lang="en-US"/>
              <a:t>Click to edit Master title style</a:t>
            </a:r>
          </a:p>
        </p:txBody>
      </p:sp>
      <p:sp>
        <p:nvSpPr>
          <p:cNvPr id="3" name="Footer Placeholder 2">
            <a:extLst>
              <a:ext uri="{FF2B5EF4-FFF2-40B4-BE49-F238E27FC236}">
                <a16:creationId xmlns:a16="http://schemas.microsoft.com/office/drawing/2014/main" id="{39DF6A63-6BD8-15C3-E64B-8E6AD05CAE65}"/>
              </a:ext>
            </a:extLst>
          </p:cNvPr>
          <p:cNvSpPr>
            <a:spLocks noGrp="1"/>
          </p:cNvSpPr>
          <p:nvPr>
            <p:ph type="ftr" sz="quarter" idx="10"/>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AAEC55A6-88B7-630F-AEB8-0B2270F5DE54}"/>
              </a:ext>
            </a:extLst>
          </p:cNvPr>
          <p:cNvSpPr>
            <a:spLocks noGrp="1"/>
          </p:cNvSpPr>
          <p:nvPr>
            <p:ph sz="quarter" idx="13" hasCustomPrompt="1"/>
          </p:nvPr>
        </p:nvSpPr>
        <p:spPr>
          <a:xfrm>
            <a:off x="731520" y="603504"/>
            <a:ext cx="10863072" cy="4206240"/>
          </a:xfrm>
        </p:spPr>
        <p:txBody>
          <a:bodyPr vert="horz" lIns="91440" tIns="45720" rIns="91440" bIns="45720" rtlCol="0" anchor="b">
            <a:normAutofit/>
          </a:bodyPr>
          <a:lstStyle>
            <a:lvl1pPr marL="0" indent="0">
              <a:buNone/>
              <a:defRPr lang="en-US" sz="27800" b="1" dirty="0">
                <a:latin typeface="+mj-lt"/>
              </a:defRPr>
            </a:lvl1pPr>
          </a:lstStyle>
          <a:p>
            <a:pPr lvl="0"/>
            <a:r>
              <a:rPr lang="en-US"/>
              <a:t>##%</a:t>
            </a:r>
          </a:p>
        </p:txBody>
      </p:sp>
      <p:sp>
        <p:nvSpPr>
          <p:cNvPr id="4" name="Date Placeholder 3">
            <a:extLst>
              <a:ext uri="{FF2B5EF4-FFF2-40B4-BE49-F238E27FC236}">
                <a16:creationId xmlns:a16="http://schemas.microsoft.com/office/drawing/2014/main" id="{8A1B3FB7-267A-B05B-39EB-A75DD59B8C13}"/>
              </a:ext>
            </a:extLst>
          </p:cNvPr>
          <p:cNvSpPr>
            <a:spLocks noGrp="1"/>
          </p:cNvSpPr>
          <p:nvPr>
            <p:ph type="dt" sz="half" idx="11"/>
          </p:nvPr>
        </p:nvSpPr>
        <p:spPr/>
        <p:txBody>
          <a:bodyPr/>
          <a:lstStyle>
            <a:lvl1pPr>
              <a:defRPr>
                <a:solidFill>
                  <a:schemeClr val="bg1"/>
                </a:solidFill>
              </a:defRPr>
            </a:lvl1pPr>
          </a:lstStyle>
          <a:p>
            <a:fld id="{118D1234-C791-4FA0-B7BF-3B97E1AFD349}" type="datetime2">
              <a:rPr lang="en-US" smtClean="0"/>
              <a:t/>
            </a:fld>
            <a:endParaRPr lang="en-US"/>
          </a:p>
        </p:txBody>
      </p:sp>
      <p:sp>
        <p:nvSpPr>
          <p:cNvPr id="5" name="Slide Number Placeholder 4">
            <a:extLst>
              <a:ext uri="{FF2B5EF4-FFF2-40B4-BE49-F238E27FC236}">
                <a16:creationId xmlns:a16="http://schemas.microsoft.com/office/drawing/2014/main" id="{62715E72-747E-7DEF-08E7-1715D8FA926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1295676476"/>
      </p:ext>
    </p:extLst>
  </p:cSld>
  <p:clrMapOvr>
    <a:masterClrMapping/>
  </p:clrMapOvr>
</p:sldLayout>
</file>

<file path=ppt/slideLayouts/slideLayout_8000003A_10CCD0AD.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731520" y="553616"/>
            <a:ext cx="3595634" cy="1757505"/>
          </a:xfrm>
        </p:spPr>
        <p:txBody>
          <a:bodyPr anchor="t">
            <a:normAutofit/>
          </a:bodyPr>
          <a:lstStyle>
            <a:lvl1pPr>
              <a:defRPr sz="2800"/>
            </a:lvl1pPr>
          </a:lstStyle>
          <a:p>
            <a:r>
              <a:rPr lang="en-US"/>
              <a:t>Click to edit Master title style</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731520" y="2311122"/>
            <a:ext cx="3309608" cy="3824566"/>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6995" y="553616"/>
            <a:ext cx="6439309" cy="5582071"/>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4B8D072B-0F30-4743-AD00-90BD7F92FC91}" type="datetime2">
              <a:rPr lang="en-US" smtClean="0"/>
              <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281858221"/>
      </p:ext>
    </p:extLst>
  </p:cSld>
  <p:clrMapOvr>
    <a:masterClrMapping/>
  </p:clrMapOvr>
</p:sldLayout>
</file>

<file path=ppt/slideLayouts/slideLayout_8000003B_7EE7B338.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731520" y="557784"/>
            <a:ext cx="3713996" cy="2212313"/>
          </a:xfrm>
        </p:spPr>
        <p:txBody>
          <a:bodyPr vert="horz" lIns="91440" tIns="45720" rIns="91440" bIns="45720" rtlCol="0" anchor="t">
            <a:normAutofit/>
          </a:bodyPr>
          <a:lstStyle>
            <a:lvl1pPr>
              <a:defRPr lang="en-US" dirty="0"/>
            </a:lvl1pPr>
          </a:lstStyle>
          <a:p>
            <a:pPr lvl="0"/>
            <a:r>
              <a:rPr lang="en-US"/>
              <a:t>Click to edit Master title style</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731520" y="2826137"/>
            <a:ext cx="3310128" cy="3153877"/>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8">
            <a:extLst>
              <a:ext uri="{FF2B5EF4-FFF2-40B4-BE49-F238E27FC236}">
                <a16:creationId xmlns:a16="http://schemas.microsoft.com/office/drawing/2014/main" id="{6E5A5D34-8853-9D0F-8F1B-90E5CC5A7D5F}"/>
              </a:ext>
            </a:extLst>
          </p:cNvPr>
          <p:cNvSpPr>
            <a:spLocks noGrp="1"/>
          </p:cNvSpPr>
          <p:nvPr>
            <p:ph type="pic" sz="quarter" idx="13" hasCustomPrompt="1"/>
          </p:nvPr>
        </p:nvSpPr>
        <p:spPr>
          <a:xfrm>
            <a:off x="5421313" y="603504"/>
            <a:ext cx="6154737" cy="5376510"/>
          </a:xfrm>
          <a:blipFill>
            <a:blip r:embed="rId2">
              <a:alphaModFix amt="70000"/>
            </a:blip>
            <a:stretch>
              <a:fillRect/>
            </a:stretch>
          </a:blipFill>
        </p:spPr>
        <p:txBody>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EF8FF1A8-4BF9-4B7D-9A44-0F91B76D49BD}" type="datetime2">
              <a:rPr lang="en-US" smtClean="0"/>
              <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2129113912"/>
      </p:ext>
    </p:extLst>
  </p:cSld>
  <p:clrMapOvr>
    <a:masterClrMapping/>
  </p:clrMapOvr>
</p:sldLayout>
</file>

<file path=ppt/slideLayouts/slideLayout_8000003C_8F7AE5AA.xml><?xml version="1.0" encoding="utf-8"?>
<p:sldLayout xmlns:a="http://schemas.openxmlformats.org/drawingml/2006/main" xmlns:r="http://schemas.openxmlformats.org/officeDocument/2006/relationships" xmlns:p="http://schemas.openxmlformats.org/presentationml/2006/main" showMasterSp="0" preserve="1">
  <p:cSld name="Conclusion">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51DC8D0-ECB3-9C81-4ADA-D2C30B00B146}"/>
              </a:ext>
              <a:ext uri="{C183D7F6-B498-43B3-948B-1728B52AA6E4}">
                <adec:decorative xmlns:adec="http://schemas.microsoft.com/office/drawing/2017/decorative" val="1"/>
              </a:ext>
            </a:extLst>
          </p:cNvPr>
          <p:cNvSpPr/>
          <p:nvPr/>
        </p:nvSpPr>
        <p:spPr>
          <a:xfrm>
            <a:off x="-6" y="1"/>
            <a:ext cx="12192006" cy="3200400"/>
          </a:xfrm>
          <a:prstGeom prst="rect">
            <a:avLst/>
          </a:prstGeom>
          <a:gradFill>
            <a:gsLst>
              <a:gs pos="8000">
                <a:srgbClr val="D861D4"/>
              </a:gs>
              <a:gs pos="100000">
                <a:srgbClr val="DA002F">
                  <a:alpha val="7764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A9673D-65B2-D6C4-C53F-8652E7E8A8A2}"/>
              </a:ext>
              <a:ext uri="{C183D7F6-B498-43B3-948B-1728B52AA6E4}">
                <adec:decorative xmlns:adec="http://schemas.microsoft.com/office/drawing/2017/decorative" val="1"/>
              </a:ext>
            </a:extLst>
          </p:cNvPr>
          <p:cNvSpPr/>
          <p:nvPr/>
        </p:nvSpPr>
        <p:spPr>
          <a:xfrm rot="16200000">
            <a:off x="4495799" y="-4495803"/>
            <a:ext cx="3200402" cy="12192003"/>
          </a:xfrm>
          <a:prstGeom prst="rect">
            <a:avLst/>
          </a:prstGeom>
          <a:gradFill>
            <a:gsLst>
              <a:gs pos="0">
                <a:srgbClr val="FE4A00">
                  <a:alpha val="49804"/>
                </a:srgbClr>
              </a:gs>
              <a:gs pos="99000">
                <a:srgbClr val="92248E">
                  <a:alpha val="62353"/>
                </a:srgb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32E07E3-56CC-285D-C461-695C95F6ECD4}"/>
              </a:ext>
              <a:ext uri="{C183D7F6-B498-43B3-948B-1728B52AA6E4}">
                <adec:decorative xmlns:adec="http://schemas.microsoft.com/office/drawing/2017/decorative" val="1"/>
              </a:ext>
            </a:extLst>
          </p:cNvPr>
          <p:cNvSpPr/>
          <p:nvPr/>
        </p:nvSpPr>
        <p:spPr>
          <a:xfrm rot="10800000">
            <a:off x="8115300" y="-1"/>
            <a:ext cx="4076700" cy="3200400"/>
          </a:xfrm>
          <a:prstGeom prst="rect">
            <a:avLst/>
          </a:prstGeom>
          <a:gradFill>
            <a:gsLst>
              <a:gs pos="0">
                <a:srgbClr val="DA002F">
                  <a:alpha val="12941"/>
                </a:srgbClr>
              </a:gs>
              <a:gs pos="84000">
                <a:srgbClr val="FF907A">
                  <a:alpha val="20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F013C450-5422-C684-DC49-499D1A1B957B}"/>
              </a:ext>
              <a:ext uri="{C183D7F6-B498-43B3-948B-1728B52AA6E4}">
                <adec:decorative xmlns:adec="http://schemas.microsoft.com/office/drawing/2017/decorative" val="1"/>
              </a:ext>
            </a:extLst>
          </p:cNvPr>
          <p:cNvSpPr/>
          <p:nvPr/>
        </p:nvSpPr>
        <p:spPr>
          <a:xfrm rot="12508972">
            <a:off x="5601200" y="-1241452"/>
            <a:ext cx="4600694" cy="3518859"/>
          </a:xfrm>
          <a:custGeom>
            <a:avLst/>
            <a:gdLst>
              <a:gd name="connsiteX0" fmla="*/ 4600694 w 4600694"/>
              <a:gd name="connsiteY0" fmla="*/ 1140993 h 3518859"/>
              <a:gd name="connsiteX1" fmla="*/ 218087 w 4600694"/>
              <a:gd name="connsiteY1" fmla="*/ 3518859 h 3518859"/>
              <a:gd name="connsiteX2" fmla="*/ 141518 w 4600694"/>
              <a:gd name="connsiteY2" fmla="*/ 3334617 h 3518859"/>
              <a:gd name="connsiteX3" fmla="*/ 0 w 4600694"/>
              <a:gd name="connsiteY3" fmla="*/ 2502877 h 3518859"/>
              <a:gd name="connsiteX4" fmla="*/ 2502877 w 4600694"/>
              <a:gd name="connsiteY4" fmla="*/ 0 h 3518859"/>
              <a:gd name="connsiteX5" fmla="*/ 4526396 w 4600694"/>
              <a:gd name="connsiteY5" fmla="*/ 1029569 h 3518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0694" h="3518859">
                <a:moveTo>
                  <a:pt x="4600694" y="1140993"/>
                </a:moveTo>
                <a:lnTo>
                  <a:pt x="218087" y="3518859"/>
                </a:lnTo>
                <a:lnTo>
                  <a:pt x="141518" y="3334617"/>
                </a:lnTo>
                <a:cubicBezTo>
                  <a:pt x="49860" y="3074390"/>
                  <a:pt x="0" y="2794456"/>
                  <a:pt x="0" y="2502877"/>
                </a:cubicBezTo>
                <a:cubicBezTo>
                  <a:pt x="0" y="1120576"/>
                  <a:pt x="1120576" y="0"/>
                  <a:pt x="2502877" y="0"/>
                </a:cubicBezTo>
                <a:cubicBezTo>
                  <a:pt x="3334417" y="0"/>
                  <a:pt x="4071245" y="405511"/>
                  <a:pt x="4526396" y="1029569"/>
                </a:cubicBezTo>
                <a:close/>
              </a:path>
            </a:pathLst>
          </a:custGeom>
          <a:gradFill>
            <a:gsLst>
              <a:gs pos="31000">
                <a:srgbClr val="FF907A">
                  <a:alpha val="0"/>
                </a:srgbClr>
              </a:gs>
              <a:gs pos="85000">
                <a:srgbClr val="FFBCAF">
                  <a:alpha val="23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179576"/>
            <a:ext cx="10881360" cy="1728216"/>
          </a:xfrm>
        </p:spPr>
        <p:txBody>
          <a:bodyPr anchor="b">
            <a:normAutofit/>
          </a:bodyPr>
          <a:lstStyle>
            <a:lvl1pPr>
              <a:defRPr sz="6000">
                <a:solidFill>
                  <a:schemeClr val="bg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731520" y="3657600"/>
            <a:ext cx="10881360" cy="27432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CF7636FB-A6BA-4E3C-9023-5FBFE4689724}" type="datetime2">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2407196074"/>
      </p:ext>
    </p:extLst>
  </p:cSld>
  <p:clrMapOvr>
    <a:overrideClrMapping bg1="lt1" tx1="dk1" bg2="lt2" tx2="dk2" accent1="accent1" accent2="accent2" accent3="accent3" accent4="accent4" accent5="accent5" accent6="accent6" hlink="hlink" folHlink="folHlink"/>
  </p:clrMapOvr>
</p:sldLayout>
</file>

<file path=ppt/slideLayouts/slideLayout_8000003D_2DF8A4E2.xml><?xml version="1.0" encoding="utf-8"?>
<p:sldLayout xmlns:a="http://schemas.openxmlformats.org/drawingml/2006/main" xmlns:r="http://schemas.openxmlformats.org/officeDocument/2006/relationships" xmlns:p="http://schemas.openxmlformats.org/presentationml/2006/main" showMasterSp="0" preserve="1">
  <p:cSld name="Conclusion 2">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617130E-6216-789E-BE08-6D1E3E75622B}"/>
              </a:ext>
              <a:ext uri="{C183D7F6-B498-43B3-948B-1728B52AA6E4}">
                <adec:decorative xmlns:adec="http://schemas.microsoft.com/office/drawing/2017/decorative" val="1"/>
              </a:ext>
            </a:extLst>
          </p:cNvPr>
          <p:cNvSpPr/>
          <p:nvPr/>
        </p:nvSpPr>
        <p:spPr>
          <a:xfrm>
            <a:off x="-6" y="1"/>
            <a:ext cx="12192006" cy="3200400"/>
          </a:xfrm>
          <a:prstGeom prst="rect">
            <a:avLst/>
          </a:prstGeom>
          <a:gradFill>
            <a:gsLst>
              <a:gs pos="8000">
                <a:srgbClr val="D861D4"/>
              </a:gs>
              <a:gs pos="100000">
                <a:srgbClr val="DA002F">
                  <a:alpha val="7764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7499983-7B9C-7C3D-25C2-1715A4226DE4}"/>
              </a:ext>
              <a:ext uri="{C183D7F6-B498-43B3-948B-1728B52AA6E4}">
                <adec:decorative xmlns:adec="http://schemas.microsoft.com/office/drawing/2017/decorative" val="1"/>
              </a:ext>
            </a:extLst>
          </p:cNvPr>
          <p:cNvSpPr/>
          <p:nvPr/>
        </p:nvSpPr>
        <p:spPr>
          <a:xfrm rot="16200000">
            <a:off x="4495799" y="-4495803"/>
            <a:ext cx="3200402" cy="12192003"/>
          </a:xfrm>
          <a:prstGeom prst="rect">
            <a:avLst/>
          </a:prstGeom>
          <a:gradFill>
            <a:gsLst>
              <a:gs pos="0">
                <a:srgbClr val="FE4A00">
                  <a:alpha val="49804"/>
                </a:srgbClr>
              </a:gs>
              <a:gs pos="99000">
                <a:srgbClr val="92248E">
                  <a:alpha val="62353"/>
                </a:srgb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0492B90-6109-F01B-1ABB-6BED7A1F1389}"/>
              </a:ext>
              <a:ext uri="{C183D7F6-B498-43B3-948B-1728B52AA6E4}">
                <adec:decorative xmlns:adec="http://schemas.microsoft.com/office/drawing/2017/decorative" val="1"/>
              </a:ext>
            </a:extLst>
          </p:cNvPr>
          <p:cNvSpPr/>
          <p:nvPr/>
        </p:nvSpPr>
        <p:spPr>
          <a:xfrm rot="10800000">
            <a:off x="8115300" y="-5"/>
            <a:ext cx="4076700" cy="3200404"/>
          </a:xfrm>
          <a:prstGeom prst="rect">
            <a:avLst/>
          </a:prstGeom>
          <a:gradFill>
            <a:gsLst>
              <a:gs pos="0">
                <a:srgbClr val="DA002F">
                  <a:alpha val="12941"/>
                </a:srgbClr>
              </a:gs>
              <a:gs pos="84000">
                <a:srgbClr val="FF907A">
                  <a:alpha val="20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8F1BDFB-261A-F796-17BC-584DAB2E77B1}"/>
              </a:ext>
              <a:ext uri="{C183D7F6-B498-43B3-948B-1728B52AA6E4}">
                <adec:decorative xmlns:adec="http://schemas.microsoft.com/office/drawing/2017/decorative" val="1"/>
              </a:ext>
            </a:extLst>
          </p:cNvPr>
          <p:cNvSpPr/>
          <p:nvPr/>
        </p:nvSpPr>
        <p:spPr>
          <a:xfrm rot="12508972">
            <a:off x="5601200" y="-1241452"/>
            <a:ext cx="4600694" cy="3518859"/>
          </a:xfrm>
          <a:custGeom>
            <a:avLst/>
            <a:gdLst>
              <a:gd name="connsiteX0" fmla="*/ 4600694 w 4600694"/>
              <a:gd name="connsiteY0" fmla="*/ 1140993 h 3518859"/>
              <a:gd name="connsiteX1" fmla="*/ 218087 w 4600694"/>
              <a:gd name="connsiteY1" fmla="*/ 3518859 h 3518859"/>
              <a:gd name="connsiteX2" fmla="*/ 141518 w 4600694"/>
              <a:gd name="connsiteY2" fmla="*/ 3334617 h 3518859"/>
              <a:gd name="connsiteX3" fmla="*/ 0 w 4600694"/>
              <a:gd name="connsiteY3" fmla="*/ 2502877 h 3518859"/>
              <a:gd name="connsiteX4" fmla="*/ 2502877 w 4600694"/>
              <a:gd name="connsiteY4" fmla="*/ 0 h 3518859"/>
              <a:gd name="connsiteX5" fmla="*/ 4526396 w 4600694"/>
              <a:gd name="connsiteY5" fmla="*/ 1029569 h 3518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00694" h="3518859">
                <a:moveTo>
                  <a:pt x="4600694" y="1140993"/>
                </a:moveTo>
                <a:lnTo>
                  <a:pt x="218087" y="3518859"/>
                </a:lnTo>
                <a:lnTo>
                  <a:pt x="141518" y="3334617"/>
                </a:lnTo>
                <a:cubicBezTo>
                  <a:pt x="49860" y="3074390"/>
                  <a:pt x="0" y="2794456"/>
                  <a:pt x="0" y="2502877"/>
                </a:cubicBezTo>
                <a:cubicBezTo>
                  <a:pt x="0" y="1120576"/>
                  <a:pt x="1120576" y="0"/>
                  <a:pt x="2502877" y="0"/>
                </a:cubicBezTo>
                <a:cubicBezTo>
                  <a:pt x="3334417" y="0"/>
                  <a:pt x="4071245" y="405511"/>
                  <a:pt x="4526396" y="1029569"/>
                </a:cubicBezTo>
                <a:close/>
              </a:path>
            </a:pathLst>
          </a:custGeom>
          <a:gradFill>
            <a:gsLst>
              <a:gs pos="31000">
                <a:srgbClr val="FF907A">
                  <a:alpha val="0"/>
                </a:srgbClr>
              </a:gs>
              <a:gs pos="85000">
                <a:srgbClr val="FFBCAF">
                  <a:alpha val="23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1179576"/>
            <a:ext cx="9994392" cy="1728216"/>
          </a:xfrm>
        </p:spPr>
        <p:txBody>
          <a:bodyPr anchor="b">
            <a:normAutofit/>
          </a:bodyPr>
          <a:lstStyle>
            <a:lvl1pPr>
              <a:defRPr sz="6000">
                <a:solidFill>
                  <a:schemeClr val="bg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31520" y="3931920"/>
            <a:ext cx="9994392" cy="1806728"/>
          </a:xfrm>
        </p:spPr>
        <p:txBody>
          <a:bodyPr vert="horz" lIns="91440" tIns="45720" rIns="91440" bIns="45720" rtlCol="0">
            <a:normAutofit/>
          </a:bodyPr>
          <a:lstStyle>
            <a:lvl1pPr marL="0" indent="0">
              <a:buNone/>
              <a:defRPr lang="en-US" sz="2400" dirty="0"/>
            </a:lvl1pPr>
            <a:lvl2pPr marL="228600" indent="0">
              <a:buNone/>
              <a:defRPr lang="en-US" sz="2000" dirty="0"/>
            </a:lvl2pPr>
            <a:lvl3pPr marL="457200" indent="0">
              <a:buNone/>
              <a:defRPr lang="en-US" sz="1800" dirty="0"/>
            </a:lvl3pPr>
            <a:lvl4pPr marL="685800" indent="0">
              <a:buNone/>
              <a:defRPr lang="en-US" sz="16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0BFE3FE3-B74C-4213-AB2F-60F99F3419C3}" type="datetime2">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771269858"/>
      </p:ext>
    </p:extLst>
  </p:cSld>
  <p:clrMapOvr>
    <a:overrideClrMapping bg1="lt1" tx1="dk1" bg2="lt2" tx2="dk2" accent1="accent1" accent2="accent2" accent3="accent3" accent4="accent4" accent5="accent5" accent6="accent6" hlink="hlink" folHlink="folHlink"/>
  </p:clrMapOvr>
</p:sldLayout>
</file>

<file path=ppt/slideLayouts/slideLayout_80000001_BD58AE4E.xml><?xml version="1.0" encoding="utf-8"?>
<p:sldLayout xmlns:a="http://schemas.openxmlformats.org/drawingml/2006/main" xmlns:r="http://schemas.openxmlformats.org/officeDocument/2006/relationships" xmlns:p="http://schemas.openxmlformats.org/presentationml/2006/main" showMasterSp="0" preserve="1">
  <p:cSld name="Title with Picture">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95EAD1-9200-DDD9-8F6D-AD5C90E1D940}"/>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AFA13483-A24C-97DB-1FAB-B1EE383D6793}"/>
              </a:ext>
              <a:ext uri="{C183D7F6-B498-43B3-948B-1728B52AA6E4}">
                <adec:decorative xmlns:adec="http://schemas.microsoft.com/office/drawing/2017/decorative" val="1"/>
              </a:ext>
            </a:extLst>
          </p:cNvPr>
          <p:cNvSpPr/>
          <p:nvPr/>
        </p:nvSpPr>
        <p:spPr>
          <a:xfrm>
            <a:off x="5067300" y="-429"/>
            <a:ext cx="7142987" cy="6858429"/>
          </a:xfrm>
          <a:prstGeom prst="rect">
            <a:avLst/>
          </a:prstGeom>
          <a:gradFill>
            <a:gsLst>
              <a:gs pos="0">
                <a:srgbClr val="FF411C"/>
              </a:gs>
              <a:gs pos="100000">
                <a:srgbClr val="92248E"/>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30CBF15A-228E-7325-6D7D-982EA5375DC4}"/>
              </a:ext>
              <a:ext uri="{C183D7F6-B498-43B3-948B-1728B52AA6E4}">
                <adec:decorative xmlns:adec="http://schemas.microsoft.com/office/drawing/2017/decorative" val="1"/>
              </a:ext>
            </a:extLst>
          </p:cNvPr>
          <p:cNvSpPr/>
          <p:nvPr/>
        </p:nvSpPr>
        <p:spPr>
          <a:xfrm>
            <a:off x="5067301" y="0"/>
            <a:ext cx="7158340" cy="6858000"/>
          </a:xfrm>
          <a:prstGeom prst="rect">
            <a:avLst/>
          </a:prstGeom>
          <a:gradFill>
            <a:gsLst>
              <a:gs pos="27000">
                <a:srgbClr val="DA002F">
                  <a:alpha val="6000"/>
                </a:srgbClr>
              </a:gs>
              <a:gs pos="98000">
                <a:srgbClr val="9B3597">
                  <a:alpha val="72941"/>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EBBC545E-CFDF-A40B-046E-AEC9E529B81C}"/>
              </a:ext>
              <a:ext uri="{C183D7F6-B498-43B3-948B-1728B52AA6E4}">
                <adec:decorative xmlns:adec="http://schemas.microsoft.com/office/drawing/2017/decorative" val="1"/>
              </a:ext>
            </a:extLst>
          </p:cNvPr>
          <p:cNvSpPr/>
          <p:nvPr/>
        </p:nvSpPr>
        <p:spPr>
          <a:xfrm rot="10800000">
            <a:off x="5067300" y="4571999"/>
            <a:ext cx="7140054" cy="2286000"/>
          </a:xfrm>
          <a:prstGeom prst="rect">
            <a:avLst/>
          </a:prstGeom>
          <a:gradFill>
            <a:gsLst>
              <a:gs pos="28000">
                <a:srgbClr val="FF907A">
                  <a:alpha val="40000"/>
                </a:srgbClr>
              </a:gs>
              <a:gs pos="100000">
                <a:srgbClr val="DA002F">
                  <a:alpha val="20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Oval 14">
            <a:extLst>
              <a:ext uri="{FF2B5EF4-FFF2-40B4-BE49-F238E27FC236}">
                <a16:creationId xmlns:a16="http://schemas.microsoft.com/office/drawing/2014/main" id="{B90503D3-D62B-0038-E24C-05C4B676AF66}"/>
              </a:ext>
              <a:ext uri="{C183D7F6-B498-43B3-948B-1728B52AA6E4}">
                <adec:decorative xmlns:adec="http://schemas.microsoft.com/office/drawing/2017/decorative" val="1"/>
              </a:ext>
            </a:extLst>
          </p:cNvPr>
          <p:cNvSpPr/>
          <p:nvPr/>
        </p:nvSpPr>
        <p:spPr>
          <a:xfrm rot="13704304">
            <a:off x="6080918" y="830588"/>
            <a:ext cx="4998441" cy="4998441"/>
          </a:xfrm>
          <a:prstGeom prst="ellipse">
            <a:avLst/>
          </a:prstGeom>
          <a:gradFill>
            <a:gsLst>
              <a:gs pos="39000">
                <a:srgbClr val="FFDBCC">
                  <a:alpha val="0"/>
                </a:srgbClr>
              </a:gs>
              <a:gs pos="100000">
                <a:srgbClr val="FF907A">
                  <a:alpha val="20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687568" y="1270535"/>
            <a:ext cx="5513832" cy="2889504"/>
          </a:xfrm>
        </p:spPr>
        <p:txBody>
          <a:bodyPr vert="horz" lIns="91440" tIns="45720" rIns="91440" bIns="45720" rtlCol="0" anchor="b">
            <a:normAutofit/>
          </a:bodyPr>
          <a:lstStyle>
            <a:lvl1pPr>
              <a:defRPr lang="en-US" sz="3600" cap="all" spc="700" baseline="0" dirty="0">
                <a:solidFill>
                  <a:schemeClr val="tx1"/>
                </a:solidFill>
              </a:defRPr>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687568" y="4974336"/>
            <a:ext cx="5715000" cy="1481328"/>
          </a:xfrm>
        </p:spPr>
        <p:txBody>
          <a:bodyPr vert="horz" lIns="91440" tIns="45720" rIns="91440" bIns="45720" rtlCol="0" anchor="ctr">
            <a:normAutofit/>
          </a:bodyPr>
          <a:lstStyle>
            <a:lvl1pPr marL="0" indent="0">
              <a:buNone/>
              <a:defRPr lang="en-US" cap="all" spc="400" baseline="0" dirty="0">
                <a:solidFill>
                  <a:schemeClr val="tx1"/>
                </a:solidFill>
              </a:defRPr>
            </a:lvl1pPr>
          </a:lstStyle>
          <a:p>
            <a:pPr lvl="0"/>
            <a:r>
              <a:rPr lang="en-US"/>
              <a:t>Click to edit Master subtitle style</a:t>
            </a:r>
          </a:p>
        </p:txBody>
      </p:sp>
      <p:sp>
        <p:nvSpPr>
          <p:cNvPr id="20" name="Picture Placeholder 19">
            <a:extLst>
              <a:ext uri="{FF2B5EF4-FFF2-40B4-BE49-F238E27FC236}">
                <a16:creationId xmlns:a16="http://schemas.microsoft.com/office/drawing/2014/main" id="{60A6A082-894A-7F2D-AA57-EBD48EAFBDB9}"/>
              </a:ext>
            </a:extLst>
          </p:cNvPr>
          <p:cNvSpPr>
            <a:spLocks noGrp="1"/>
          </p:cNvSpPr>
          <p:nvPr>
            <p:ph type="pic" sz="quarter" idx="13" hasCustomPrompt="1"/>
          </p:nvPr>
        </p:nvSpPr>
        <p:spPr>
          <a:xfrm>
            <a:off x="0" y="0"/>
            <a:ext cx="5067300" cy="6858000"/>
          </a:xfrm>
          <a:blipFill>
            <a:blip r:embed="rId2">
              <a:alphaModFix amt="70000"/>
            </a:blip>
            <a:stretch>
              <a:fillRect/>
            </a:stretch>
          </a:blipFill>
        </p:spPr>
        <p:txBody>
          <a:bodyPr/>
          <a:lstStyle>
            <a:lvl1pPr marL="0" indent="0">
              <a:buNone/>
              <a:defRPr/>
            </a:lvl1pPr>
          </a:lstStyle>
          <a:p>
            <a:r>
              <a:rPr lang="en-US"/>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687566" y="6455664"/>
            <a:ext cx="2902571" cy="365760"/>
          </a:xfrm>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608425" y="6455664"/>
            <a:ext cx="2986167" cy="365760"/>
          </a:xfrm>
        </p:spPr>
        <p:txBody>
          <a:bodyPr/>
          <a:lstStyle>
            <a:lvl1pPr>
              <a:defRPr>
                <a:solidFill>
                  <a:schemeClr val="tx1"/>
                </a:solidFill>
              </a:defRPr>
            </a:lvl1pPr>
          </a:lstStyle>
          <a:p>
            <a:fld id="{8AF2F4EA-388B-424B-AC17-965C10DAF675}" type="datetime2">
              <a:rPr lang="en-US" smtClean="0"/>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317670561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2_CB046BAF.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347472"/>
            <a:ext cx="9985248" cy="960120"/>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1033272" y="1563624"/>
            <a:ext cx="9985248"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E7ACF9F-8FDB-4ADC-A9FD-4B179047B36A}" type="datetime2">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3406064559"/>
      </p:ext>
    </p:extLst>
  </p:cSld>
  <p:clrMapOvr>
    <a:masterClrMapping/>
  </p:clrMapOvr>
</p:sldLayout>
</file>

<file path=ppt/slideLayouts/slideLayout_80000003_90649660.xml><?xml version="1.0" encoding="utf-8"?>
<p:sldLayout xmlns:a="http://schemas.openxmlformats.org/drawingml/2006/main" xmlns:r="http://schemas.openxmlformats.org/officeDocument/2006/relationships" xmlns:p="http://schemas.openxmlformats.org/presentationml/2006/main" showMasterSp="0" preserve="1">
  <p:cSld name="Title with Picture 2">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CCAF72-A322-2B88-2E9E-10B288C8315E}"/>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A2EF993-7F0D-4ECF-FD85-4AAFAAAF91C6}"/>
              </a:ext>
              <a:ext uri="{C183D7F6-B498-43B3-948B-1728B52AA6E4}">
                <adec:decorative xmlns:adec="http://schemas.microsoft.com/office/drawing/2017/decorative" val="1"/>
              </a:ext>
            </a:extLst>
          </p:cNvPr>
          <p:cNvSpPr/>
          <p:nvPr/>
        </p:nvSpPr>
        <p:spPr>
          <a:xfrm rot="10800000" flipH="1">
            <a:off x="0" y="4571999"/>
            <a:ext cx="12192003" cy="2286219"/>
          </a:xfrm>
          <a:prstGeom prst="rect">
            <a:avLst/>
          </a:prstGeom>
          <a:gradFill>
            <a:gsLst>
              <a:gs pos="0">
                <a:srgbClr val="FF907A"/>
              </a:gs>
              <a:gs pos="100000">
                <a:srgbClr val="DA002F"/>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6" name="Rectangle 5">
            <a:extLst>
              <a:ext uri="{FF2B5EF4-FFF2-40B4-BE49-F238E27FC236}">
                <a16:creationId xmlns:a16="http://schemas.microsoft.com/office/drawing/2014/main" id="{C6D141E1-516D-D7D9-7CAC-EBABCB077CDD}"/>
              </a:ext>
              <a:ext uri="{C183D7F6-B498-43B3-948B-1728B52AA6E4}">
                <adec:decorative xmlns:adec="http://schemas.microsoft.com/office/drawing/2017/decorative" val="1"/>
              </a:ext>
            </a:extLst>
          </p:cNvPr>
          <p:cNvSpPr/>
          <p:nvPr/>
        </p:nvSpPr>
        <p:spPr>
          <a:xfrm rot="10800000" flipH="1">
            <a:off x="4038600" y="4571779"/>
            <a:ext cx="8151938" cy="2286329"/>
          </a:xfrm>
          <a:prstGeom prst="rect">
            <a:avLst/>
          </a:prstGeom>
          <a:gradFill>
            <a:gsLst>
              <a:gs pos="0">
                <a:srgbClr val="FF5076">
                  <a:alpha val="0"/>
                </a:srgbClr>
              </a:gs>
              <a:gs pos="99000">
                <a:srgbClr val="91049C">
                  <a:alpha val="81961"/>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Freeform: Shape 10">
            <a:extLst>
              <a:ext uri="{FF2B5EF4-FFF2-40B4-BE49-F238E27FC236}">
                <a16:creationId xmlns:a16="http://schemas.microsoft.com/office/drawing/2014/main" id="{D973ECF1-2707-D092-89EA-AC6D4B79E56F}"/>
              </a:ext>
              <a:ext uri="{C183D7F6-B498-43B3-948B-1728B52AA6E4}">
                <adec:decorative xmlns:adec="http://schemas.microsoft.com/office/drawing/2017/decorative" val="1"/>
              </a:ext>
            </a:extLst>
          </p:cNvPr>
          <p:cNvSpPr/>
          <p:nvPr/>
        </p:nvSpPr>
        <p:spPr>
          <a:xfrm rot="14834054">
            <a:off x="3015414" y="2996601"/>
            <a:ext cx="2352194" cy="3826944"/>
          </a:xfrm>
          <a:custGeom>
            <a:avLst/>
            <a:gdLst>
              <a:gd name="connsiteX0" fmla="*/ 2352194 w 2352194"/>
              <a:gd name="connsiteY0" fmla="*/ 8624 h 3826944"/>
              <a:gd name="connsiteX1" fmla="*/ 749804 w 2352194"/>
              <a:gd name="connsiteY1" fmla="*/ 3826944 h 3826944"/>
              <a:gd name="connsiteX2" fmla="*/ 566692 w 2352194"/>
              <a:gd name="connsiteY2" fmla="*/ 3648149 h 3826944"/>
              <a:gd name="connsiteX3" fmla="*/ 0 w 2352194"/>
              <a:gd name="connsiteY3" fmla="*/ 2181415 h 3826944"/>
              <a:gd name="connsiteX4" fmla="*/ 2181415 w 2352194"/>
              <a:gd name="connsiteY4" fmla="*/ 0 h 38269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52194" h="3826944">
                <a:moveTo>
                  <a:pt x="2352194" y="8624"/>
                </a:moveTo>
                <a:lnTo>
                  <a:pt x="749804" y="3826944"/>
                </a:lnTo>
                <a:lnTo>
                  <a:pt x="566692" y="3648149"/>
                </a:lnTo>
                <a:cubicBezTo>
                  <a:pt x="214596" y="3260758"/>
                  <a:pt x="0" y="2746147"/>
                  <a:pt x="0" y="2181415"/>
                </a:cubicBezTo>
                <a:cubicBezTo>
                  <a:pt x="0" y="976653"/>
                  <a:pt x="976652" y="0"/>
                  <a:pt x="2181415" y="0"/>
                </a:cubicBezTo>
                <a:close/>
              </a:path>
            </a:pathLst>
          </a:custGeom>
          <a:gradFill>
            <a:gsLst>
              <a:gs pos="0">
                <a:srgbClr val="FFBCAF">
                  <a:alpha val="33725"/>
                </a:srgbClr>
              </a:gs>
              <a:gs pos="100000">
                <a:srgbClr val="FF907A">
                  <a:alpha val="0"/>
                </a:srgb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Rectangle 14">
            <a:extLst>
              <a:ext uri="{FF2B5EF4-FFF2-40B4-BE49-F238E27FC236}">
                <a16:creationId xmlns:a16="http://schemas.microsoft.com/office/drawing/2014/main" id="{F09FDFDA-46A6-DCC7-FA34-612FC4BF8109}"/>
              </a:ext>
              <a:ext uri="{C183D7F6-B498-43B3-948B-1728B52AA6E4}">
                <adec:decorative xmlns:adec="http://schemas.microsoft.com/office/drawing/2017/decorative" val="1"/>
              </a:ext>
            </a:extLst>
          </p:cNvPr>
          <p:cNvSpPr/>
          <p:nvPr/>
        </p:nvSpPr>
        <p:spPr>
          <a:xfrm flipH="1">
            <a:off x="3047998" y="4571999"/>
            <a:ext cx="9143999" cy="1841109"/>
          </a:xfrm>
          <a:prstGeom prst="rect">
            <a:avLst/>
          </a:prstGeom>
          <a:gradFill>
            <a:gsLst>
              <a:gs pos="0">
                <a:srgbClr val="FF411C">
                  <a:alpha val="29804"/>
                </a:srgbClr>
              </a:gs>
              <a:gs pos="78000">
                <a:srgbClr val="DA002F">
                  <a:alpha val="0"/>
                </a:srgb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4791456"/>
            <a:ext cx="10570464" cy="1170432"/>
          </a:xfrm>
        </p:spPr>
        <p:txBody>
          <a:bodyPr vert="horz" lIns="91440" tIns="45720" rIns="91440" bIns="45720" rtlCol="0" anchor="b">
            <a:normAutofit/>
          </a:bodyPr>
          <a:lstStyle>
            <a:lvl1pPr>
              <a:defRPr lang="en-US" sz="4000" cap="all" spc="700" baseline="0">
                <a:solidFill>
                  <a:schemeClr val="tx1"/>
                </a:solidFill>
              </a:defRPr>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6025896"/>
            <a:ext cx="10579608" cy="429768"/>
          </a:xfrm>
        </p:spPr>
        <p:txBody>
          <a:bodyPr vert="horz" lIns="91440" tIns="45720" rIns="91440" bIns="45720" rtlCol="0">
            <a:normAutofit/>
          </a:bodyPr>
          <a:lstStyle>
            <a:lvl1pPr marL="0" indent="0">
              <a:buNone/>
              <a:defRPr lang="en-US" sz="1600" cap="all" spc="400" baseline="0">
                <a:solidFill>
                  <a:schemeClr val="tx1"/>
                </a:solidFill>
                <a:latin typeface="+mj-lt"/>
              </a:defRPr>
            </a:lvl1pPr>
          </a:lstStyle>
          <a:p>
            <a:pPr lvl="0"/>
            <a:r>
              <a:rPr lang="en-US"/>
              <a:t>Click to edit Master subtitle style</a:t>
            </a:r>
          </a:p>
        </p:txBody>
      </p:sp>
      <p:sp>
        <p:nvSpPr>
          <p:cNvPr id="17" name="Picture Placeholder 16">
            <a:extLst>
              <a:ext uri="{FF2B5EF4-FFF2-40B4-BE49-F238E27FC236}">
                <a16:creationId xmlns:a16="http://schemas.microsoft.com/office/drawing/2014/main" id="{CC20621E-D3A1-DE2F-A48A-0A5F27957211}"/>
              </a:ext>
            </a:extLst>
          </p:cNvPr>
          <p:cNvSpPr>
            <a:spLocks noGrp="1"/>
          </p:cNvSpPr>
          <p:nvPr>
            <p:ph type="pic" sz="quarter" idx="13" hasCustomPrompt="1"/>
          </p:nvPr>
        </p:nvSpPr>
        <p:spPr>
          <a:xfrm>
            <a:off x="0" y="0"/>
            <a:ext cx="12192000" cy="4572000"/>
          </a:xfrm>
          <a:blipFill dpi="0" rotWithShape="1">
            <a:blip r:embed="rId2">
              <a:alphaModFix amt="70000"/>
            </a:blip>
            <a:srcRect/>
            <a:stretch>
              <a:fillRect/>
            </a:stretch>
          </a:blipFill>
        </p:spPr>
        <p:txBody>
          <a:bodyPr/>
          <a:lstStyle>
            <a:lvl1pPr marL="0" indent="0">
              <a:buNone/>
              <a:defRPr/>
            </a:lvl1pPr>
          </a:lstStyle>
          <a:p>
            <a:r>
              <a:rPr lang="en-US"/>
              <a:t> </a:t>
            </a:r>
          </a:p>
        </p:txBody>
      </p:sp>
      <p:sp>
        <p:nvSpPr>
          <p:cNvPr id="19" name="Footer Placeholder 18">
            <a:extLst>
              <a:ext uri="{FF2B5EF4-FFF2-40B4-BE49-F238E27FC236}">
                <a16:creationId xmlns:a16="http://schemas.microsoft.com/office/drawing/2014/main" id="{382602B3-F8C3-D957-5C3F-DF1749FA8532}"/>
              </a:ext>
            </a:extLst>
          </p:cNvPr>
          <p:cNvSpPr>
            <a:spLocks noGrp="1"/>
          </p:cNvSpPr>
          <p:nvPr>
            <p:ph type="ftr" sz="quarter" idx="15"/>
          </p:nvPr>
        </p:nvSpPr>
        <p:spPr>
          <a:xfrm>
            <a:off x="731520" y="6455664"/>
            <a:ext cx="3557016" cy="365760"/>
          </a:xfrm>
        </p:spPr>
        <p:txBody>
          <a:bodyPr/>
          <a:lstStyle>
            <a:lvl1pPr>
              <a:defRPr>
                <a:solidFill>
                  <a:schemeClr val="tx1"/>
                </a:solidFill>
                <a:effectLst/>
              </a:defRPr>
            </a:lvl1pPr>
          </a:lstStyle>
          <a:p>
            <a:r>
              <a:rPr lang="en-US"/>
              <a:t>Sample Footer Text</a:t>
            </a:r>
          </a:p>
        </p:txBody>
      </p:sp>
      <p:sp>
        <p:nvSpPr>
          <p:cNvPr id="18" name="Date Placeholder 17">
            <a:extLst>
              <a:ext uri="{FF2B5EF4-FFF2-40B4-BE49-F238E27FC236}">
                <a16:creationId xmlns:a16="http://schemas.microsoft.com/office/drawing/2014/main" id="{A0E38CC7-EEB9-1AD7-7B03-603746FE3FF6}"/>
              </a:ext>
            </a:extLst>
          </p:cNvPr>
          <p:cNvSpPr>
            <a:spLocks noGrp="1"/>
          </p:cNvSpPr>
          <p:nvPr>
            <p:ph type="dt" sz="half" idx="14"/>
          </p:nvPr>
        </p:nvSpPr>
        <p:spPr/>
        <p:txBody>
          <a:bodyPr/>
          <a:lstStyle>
            <a:lvl1pPr>
              <a:defRPr>
                <a:solidFill>
                  <a:schemeClr val="tx1"/>
                </a:solidFill>
              </a:defRPr>
            </a:lvl1pPr>
          </a:lstStyle>
          <a:p>
            <a:fld id="{3D4AF38C-0923-462D-8E8F-DFB1FB3CD655}" type="datetime2">
              <a:rPr lang="en-US" smtClean="0"/>
              <a:t/>
            </a:fld>
            <a:endParaRPr lang="en-US"/>
          </a:p>
        </p:txBody>
      </p:sp>
      <p:sp>
        <p:nvSpPr>
          <p:cNvPr id="20" name="Slide Number Placeholder 19">
            <a:extLst>
              <a:ext uri="{FF2B5EF4-FFF2-40B4-BE49-F238E27FC236}">
                <a16:creationId xmlns:a16="http://schemas.microsoft.com/office/drawing/2014/main" id="{B153FF4E-D18A-13B0-6B0A-CF7AF0A5232B}"/>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242251120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4_FA212EAA.xml><?xml version="1.0" encoding="utf-8"?>
<p:sldLayout xmlns:a="http://schemas.openxmlformats.org/drawingml/2006/main" xmlns:r="http://schemas.openxmlformats.org/officeDocument/2006/relationships" xmlns:p="http://schemas.openxmlformats.org/presentationml/2006/main" showMasterSp="0" preserve="1">
  <p:cSld name="Title with Picture 3">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595EAD1-9200-DDD9-8F6D-AD5C90E1D940}"/>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D2DD7BB-25B8-B7A3-8E13-EDE8E1090689}"/>
              </a:ext>
              <a:ext uri="{C183D7F6-B498-43B3-948B-1728B52AA6E4}">
                <adec:decorative xmlns:adec="http://schemas.microsoft.com/office/drawing/2017/decorative" val="1"/>
              </a:ext>
            </a:extLst>
          </p:cNvPr>
          <p:cNvSpPr/>
          <p:nvPr/>
        </p:nvSpPr>
        <p:spPr>
          <a:xfrm rot="10800000" flipH="1">
            <a:off x="0" y="0"/>
            <a:ext cx="6096000" cy="6868461"/>
          </a:xfrm>
          <a:prstGeom prst="rect">
            <a:avLst/>
          </a:prstGeom>
          <a:gradFill>
            <a:gsLst>
              <a:gs pos="0">
                <a:srgbClr val="FE4A00">
                  <a:alpha val="65882"/>
                </a:srgbClr>
              </a:gs>
              <a:gs pos="100000">
                <a:srgbClr val="A6025C"/>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FB6C05D2-D53F-950D-185E-08B200EEFEB9}"/>
              </a:ext>
              <a:ext uri="{C183D7F6-B498-43B3-948B-1728B52AA6E4}">
                <adec:decorative xmlns:adec="http://schemas.microsoft.com/office/drawing/2017/decorative" val="1"/>
              </a:ext>
            </a:extLst>
          </p:cNvPr>
          <p:cNvSpPr/>
          <p:nvPr/>
        </p:nvSpPr>
        <p:spPr>
          <a:xfrm rot="10800000" flipH="1">
            <a:off x="-18287" y="4582455"/>
            <a:ext cx="6114286" cy="2275539"/>
          </a:xfrm>
          <a:prstGeom prst="rect">
            <a:avLst/>
          </a:prstGeom>
          <a:gradFill>
            <a:gsLst>
              <a:gs pos="0">
                <a:srgbClr val="DA002F">
                  <a:alpha val="0"/>
                </a:srgbClr>
              </a:gs>
              <a:gs pos="99000">
                <a:srgbClr val="92248E">
                  <a:alpha val="26667"/>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BC0AF5C2-3AA9-7510-308E-9D21678F7EFC}"/>
              </a:ext>
              <a:ext uri="{C183D7F6-B498-43B3-948B-1728B52AA6E4}">
                <adec:decorative xmlns:adec="http://schemas.microsoft.com/office/drawing/2017/decorative" val="1"/>
              </a:ext>
            </a:extLst>
          </p:cNvPr>
          <p:cNvSpPr/>
          <p:nvPr/>
        </p:nvSpPr>
        <p:spPr>
          <a:xfrm rot="5400000" flipH="1">
            <a:off x="-148955" y="532365"/>
            <a:ext cx="6878924" cy="5814190"/>
          </a:xfrm>
          <a:prstGeom prst="rect">
            <a:avLst/>
          </a:prstGeom>
          <a:gradFill>
            <a:gsLst>
              <a:gs pos="0">
                <a:srgbClr val="FE4A00">
                  <a:alpha val="0"/>
                </a:srgbClr>
              </a:gs>
              <a:gs pos="100000">
                <a:srgbClr val="A60296">
                  <a:alpha val="38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Oval 10">
            <a:extLst>
              <a:ext uri="{FF2B5EF4-FFF2-40B4-BE49-F238E27FC236}">
                <a16:creationId xmlns:a16="http://schemas.microsoft.com/office/drawing/2014/main" id="{13D13448-08C3-4231-6CCA-F17E4C608199}"/>
              </a:ext>
              <a:ext uri="{C183D7F6-B498-43B3-948B-1728B52AA6E4}">
                <adec:decorative xmlns:adec="http://schemas.microsoft.com/office/drawing/2017/decorative" val="1"/>
              </a:ext>
            </a:extLst>
          </p:cNvPr>
          <p:cNvSpPr/>
          <p:nvPr/>
        </p:nvSpPr>
        <p:spPr>
          <a:xfrm rot="10800000">
            <a:off x="949046" y="1319084"/>
            <a:ext cx="4648799" cy="4648799"/>
          </a:xfrm>
          <a:prstGeom prst="ellipse">
            <a:avLst/>
          </a:prstGeom>
          <a:gradFill>
            <a:gsLst>
              <a:gs pos="31000">
                <a:srgbClr val="FF907A">
                  <a:alpha val="0"/>
                </a:srgbClr>
              </a:gs>
              <a:gs pos="85000">
                <a:srgbClr val="FFBCAF">
                  <a:alpha val="12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941832"/>
            <a:ext cx="4626864" cy="3209544"/>
          </a:xfrm>
        </p:spPr>
        <p:txBody>
          <a:bodyPr vert="horz" lIns="91440" tIns="45720" rIns="91440" bIns="45720" rtlCol="0" anchor="b">
            <a:normAutofit/>
          </a:bodyPr>
          <a:lstStyle>
            <a:lvl1pPr>
              <a:defRPr lang="en-US" sz="3600" cap="all" spc="700" baseline="0" dirty="0">
                <a:solidFill>
                  <a:schemeClr val="tx1"/>
                </a:solidFill>
              </a:defRPr>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74336"/>
            <a:ext cx="4626864" cy="1453896"/>
          </a:xfrm>
        </p:spPr>
        <p:txBody>
          <a:bodyPr vert="horz" lIns="91440" tIns="45720" rIns="91440" bIns="45720" rtlCol="0" anchor="ctr">
            <a:normAutofit/>
          </a:bodyPr>
          <a:lstStyle>
            <a:lvl1pPr marL="0" indent="0">
              <a:buNone/>
              <a:defRPr lang="en-US" cap="all" spc="400" baseline="0" dirty="0">
                <a:solidFill>
                  <a:schemeClr val="tx1"/>
                </a:solidFill>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31520" y="6455664"/>
            <a:ext cx="4096512" cy="365760"/>
          </a:xfrm>
        </p:spPr>
        <p:txBody>
          <a:bodyPr/>
          <a:lstStyle>
            <a:lvl1pPr algn="l">
              <a:defRPr>
                <a:solidFill>
                  <a:schemeClr val="tx1"/>
                </a:solidFill>
              </a:defRPr>
            </a:lvl1pPr>
          </a:lstStyle>
          <a:p>
            <a:fld id="{5531B838-A2A1-4E5F-8CE5-ED5C785421C8}" type="datetime2">
              <a:rPr lang="en-US" smtClean="0"/>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4809744" y="6455664"/>
            <a:ext cx="548640" cy="365760"/>
          </a:xfrm>
        </p:spPr>
        <p:txBody>
          <a:bodyPr/>
          <a:lstStyle>
            <a:lvl1pPr>
              <a:defRPr>
                <a:solidFill>
                  <a:schemeClr val="tx1"/>
                </a:solidFill>
              </a:defRPr>
            </a:lvl1pPr>
          </a:lstStyle>
          <a:p>
            <a:fld id="{CC057153-B650-4DEB-B370-79DDCFDCE934}" type="slidenum">
              <a:rPr lang="en-US" smtClean="0"/>
              <a:pPr/>
              <a:t/>
            </a:fld>
            <a:endParaRPr lang="en-US"/>
          </a:p>
        </p:txBody>
      </p:sp>
      <p:sp>
        <p:nvSpPr>
          <p:cNvPr id="20" name="Picture Placeholder 19">
            <a:extLst>
              <a:ext uri="{FF2B5EF4-FFF2-40B4-BE49-F238E27FC236}">
                <a16:creationId xmlns:a16="http://schemas.microsoft.com/office/drawing/2014/main" id="{60A6A082-894A-7F2D-AA57-EBD48EAFBDB9}"/>
              </a:ext>
            </a:extLst>
          </p:cNvPr>
          <p:cNvSpPr>
            <a:spLocks noGrp="1"/>
          </p:cNvSpPr>
          <p:nvPr>
            <p:ph type="pic" sz="quarter" idx="13" hasCustomPrompt="1"/>
          </p:nvPr>
        </p:nvSpPr>
        <p:spPr>
          <a:xfrm>
            <a:off x="6092952" y="0"/>
            <a:ext cx="6099048" cy="6858000"/>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419647863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5_C929DE0E.xml><?xml version="1.0" encoding="utf-8"?>
<p:sldLayout xmlns:a="http://schemas.openxmlformats.org/drawingml/2006/main" xmlns:r="http://schemas.openxmlformats.org/officeDocument/2006/relationships" xmlns:p="http://schemas.openxmlformats.org/presentationml/2006/main" showMasterSp="0" preserve="1">
  <p:cSld name="Title with Picture 4">
    <p:bg>
      <p:bgRef idx="1001">
        <a:schemeClr val="bg1"/>
      </p:bgRef>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2C58E3E8-0931-8EEE-FF77-1C25EBBE79AA}"/>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F3CE0C29-D9B0-E434-079F-9F0C40DF20EC}"/>
              </a:ext>
              <a:ext uri="{C183D7F6-B498-43B3-948B-1728B52AA6E4}">
                <adec:decorative xmlns:adec="http://schemas.microsoft.com/office/drawing/2017/decorative" val="1"/>
              </a:ext>
            </a:extLst>
          </p:cNvPr>
          <p:cNvSpPr/>
          <p:nvPr/>
        </p:nvSpPr>
        <p:spPr>
          <a:xfrm rot="5400000" flipH="1">
            <a:off x="-1399562" y="1399556"/>
            <a:ext cx="6875820" cy="4076703"/>
          </a:xfrm>
          <a:prstGeom prst="rect">
            <a:avLst/>
          </a:prstGeom>
          <a:gradFill>
            <a:gsLst>
              <a:gs pos="11000">
                <a:srgbClr val="92248E"/>
              </a:gs>
              <a:gs pos="100000">
                <a:srgbClr val="FF411C">
                  <a:alpha val="8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3F9F604E-FEFA-3809-8244-5B72EE7BB044}"/>
              </a:ext>
              <a:ext uri="{C183D7F6-B498-43B3-948B-1728B52AA6E4}">
                <adec:decorative xmlns:adec="http://schemas.microsoft.com/office/drawing/2017/decorative" val="1"/>
              </a:ext>
            </a:extLst>
          </p:cNvPr>
          <p:cNvSpPr/>
          <p:nvPr/>
        </p:nvSpPr>
        <p:spPr>
          <a:xfrm rot="16200000">
            <a:off x="890124" y="3681875"/>
            <a:ext cx="2296453" cy="4076701"/>
          </a:xfrm>
          <a:prstGeom prst="rect">
            <a:avLst/>
          </a:prstGeom>
          <a:gradFill>
            <a:gsLst>
              <a:gs pos="0">
                <a:srgbClr val="DA002F">
                  <a:alpha val="55000"/>
                </a:srgbClr>
              </a:gs>
              <a:gs pos="100000">
                <a:srgbClr val="FF907A">
                  <a:alpha val="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8E261-930C-6A44-A568-9DD2A88D3526}"/>
              </a:ext>
              <a:ext uri="{C183D7F6-B498-43B3-948B-1728B52AA6E4}">
                <adec:decorative xmlns:adec="http://schemas.microsoft.com/office/drawing/2017/decorative" val="1"/>
              </a:ext>
            </a:extLst>
          </p:cNvPr>
          <p:cNvSpPr/>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rgbClr val="FFDBCC">
                  <a:alpha val="0"/>
                </a:srgbClr>
              </a:gs>
              <a:gs pos="100000">
                <a:srgbClr val="FF907A">
                  <a:alpha val="30000"/>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8" y="850392"/>
            <a:ext cx="2935224" cy="3035808"/>
          </a:xfrm>
        </p:spPr>
        <p:txBody>
          <a:bodyPr vert="horz" lIns="91440" tIns="45720" rIns="91440" bIns="45720" rtlCol="0" anchor="t">
            <a:normAutofit/>
          </a:bodyPr>
          <a:lstStyle>
            <a:lvl1pPr>
              <a:defRPr lang="en-US" cap="all" spc="700" baseline="0">
                <a:solidFill>
                  <a:schemeClr val="tx1"/>
                </a:solidFill>
              </a:defRPr>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5001768"/>
            <a:ext cx="2926080" cy="1490472"/>
          </a:xfrm>
        </p:spPr>
        <p:txBody>
          <a:bodyPr vert="horz" lIns="91440" tIns="45720" rIns="91440" bIns="45720" rtlCol="0" anchor="ctr">
            <a:normAutofit/>
          </a:bodyPr>
          <a:lstStyle>
            <a:lvl1pPr marL="0" indent="0">
              <a:buNone/>
              <a:defRPr lang="en-US" sz="1600" cap="all" spc="400" baseline="0" dirty="0">
                <a:solidFill>
                  <a:schemeClr val="tx1"/>
                </a:solidFill>
                <a:latin typeface="+mj-lt"/>
              </a:defRPr>
            </a:lvl1pPr>
          </a:lstStyle>
          <a:p>
            <a:pPr lvl="0"/>
            <a:r>
              <a:rPr lang="en-US"/>
              <a:t>Click to edit Master subtitle style</a:t>
            </a:r>
          </a:p>
        </p:txBody>
      </p:sp>
      <p:sp>
        <p:nvSpPr>
          <p:cNvPr id="18" name="Footer Placeholder 17">
            <a:extLst>
              <a:ext uri="{FF2B5EF4-FFF2-40B4-BE49-F238E27FC236}">
                <a16:creationId xmlns:a16="http://schemas.microsoft.com/office/drawing/2014/main" id="{EEDD729C-2F42-9729-3280-C9066997083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9" name="Slide Number Placeholder 18">
            <a:extLst>
              <a:ext uri="{FF2B5EF4-FFF2-40B4-BE49-F238E27FC236}">
                <a16:creationId xmlns:a16="http://schemas.microsoft.com/office/drawing/2014/main" id="{036F8F79-3CDB-6415-DDB2-2D674522D5B0}"/>
              </a:ext>
            </a:extLst>
          </p:cNvPr>
          <p:cNvSpPr>
            <a:spLocks noGrp="1"/>
          </p:cNvSpPr>
          <p:nvPr>
            <p:ph type="sldNum" sz="quarter" idx="12"/>
          </p:nvPr>
        </p:nvSpPr>
        <p:spPr>
          <a:xfrm>
            <a:off x="32004" y="6455664"/>
            <a:ext cx="548640" cy="365760"/>
          </a:xfrm>
        </p:spPr>
        <p:txBody>
          <a:bodyPr/>
          <a:lstStyle>
            <a:lvl1pPr>
              <a:defRPr>
                <a:solidFill>
                  <a:schemeClr val="tx1"/>
                </a:solidFill>
              </a:defRPr>
            </a:lvl1pPr>
          </a:lstStyle>
          <a:p>
            <a:fld id="{CC057153-B650-4DEB-B370-79DDCFDCE934}" type="slidenum">
              <a:rPr lang="en-US" smtClean="0"/>
              <a:pPr/>
              <a:t/>
            </a:fld>
            <a:endParaRPr lang="en-US"/>
          </a:p>
        </p:txBody>
      </p:sp>
      <p:sp>
        <p:nvSpPr>
          <p:cNvPr id="17" name="Date Placeholder 16">
            <a:extLst>
              <a:ext uri="{FF2B5EF4-FFF2-40B4-BE49-F238E27FC236}">
                <a16:creationId xmlns:a16="http://schemas.microsoft.com/office/drawing/2014/main" id="{7911B295-8CBE-7949-8048-EBF414619287}"/>
              </a:ext>
            </a:extLst>
          </p:cNvPr>
          <p:cNvSpPr>
            <a:spLocks noGrp="1"/>
          </p:cNvSpPr>
          <p:nvPr>
            <p:ph type="dt" sz="half" idx="10"/>
          </p:nvPr>
        </p:nvSpPr>
        <p:spPr>
          <a:xfrm>
            <a:off x="612648" y="6455664"/>
            <a:ext cx="3227832" cy="365760"/>
          </a:xfrm>
        </p:spPr>
        <p:txBody>
          <a:bodyPr/>
          <a:lstStyle>
            <a:lvl1pPr algn="l">
              <a:defRPr>
                <a:solidFill>
                  <a:schemeClr val="tx1"/>
                </a:solidFill>
              </a:defRPr>
            </a:lvl1pPr>
          </a:lstStyle>
          <a:p>
            <a:fld id="{B369E90C-83BE-474F-8867-84D9D4BA9A64}" type="datetime2">
              <a:rPr lang="en-US" smtClean="0"/>
              <a:t/>
            </a:fld>
            <a:endParaRPr lang="en-US"/>
          </a:p>
        </p:txBody>
      </p:sp>
      <p:sp>
        <p:nvSpPr>
          <p:cNvPr id="15" name="Picture Placeholder 14">
            <a:extLst>
              <a:ext uri="{FF2B5EF4-FFF2-40B4-BE49-F238E27FC236}">
                <a16:creationId xmlns:a16="http://schemas.microsoft.com/office/drawing/2014/main" id="{B889FC6C-F243-CA40-35F8-13153EA5EBE9}"/>
              </a:ext>
            </a:extLst>
          </p:cNvPr>
          <p:cNvSpPr>
            <a:spLocks noGrp="1"/>
          </p:cNvSpPr>
          <p:nvPr>
            <p:ph type="pic" sz="quarter" idx="13" hasCustomPrompt="1"/>
          </p:nvPr>
        </p:nvSpPr>
        <p:spPr>
          <a:xfrm>
            <a:off x="4076700" y="0"/>
            <a:ext cx="8115300" cy="6868452"/>
          </a:xfrm>
          <a:blipFill>
            <a:blip r:embed="rId2">
              <a:alphaModFix amt="70000"/>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37496423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6_E64BE074.xml><?xml version="1.0" encoding="utf-8"?>
<p:sldLayout xmlns:a="http://schemas.openxmlformats.org/drawingml/2006/main" xmlns:r="http://schemas.openxmlformats.org/officeDocument/2006/relationships" xmlns:p="http://schemas.openxmlformats.org/presentationml/2006/main" showMasterSp="0" type="title" preserve="1">
  <p:cSld name="Title">
    <p:bg>
      <p:bgRef idx="1001">
        <a:schemeClr val="bg1"/>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0FE7F8B-D1C1-6301-75A5-2EC4374F9AF1}"/>
              </a:ext>
              <a:ext uri="{C183D7F6-B498-43B3-948B-1728B52AA6E4}">
                <adec:decorative xmlns:adec="http://schemas.microsoft.com/office/drawing/2017/decorative" val="1"/>
              </a:ext>
            </a:extLst>
          </p:cNvPr>
          <p:cNvSpPr/>
          <p:nvPr/>
        </p:nvSpPr>
        <p:spPr>
          <a:xfrm flipH="1" flipV="1">
            <a:off x="-14449" y="0"/>
            <a:ext cx="12224736"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C1D8467A-A1B6-E7E6-CAD4-E63E0FE2CCCB}"/>
              </a:ext>
              <a:ext uri="{C183D7F6-B498-43B3-948B-1728B52AA6E4}">
                <adec:decorative xmlns:adec="http://schemas.microsoft.com/office/drawing/2017/decorative" val="1"/>
              </a:ext>
            </a:extLst>
          </p:cNvPr>
          <p:cNvSpPr/>
          <p:nvPr/>
        </p:nvSpPr>
        <p:spPr>
          <a:xfrm flipV="1">
            <a:off x="-7227" y="-5046"/>
            <a:ext cx="12217513" cy="6865568"/>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3" name="Rectangle 12">
            <a:extLst>
              <a:ext uri="{FF2B5EF4-FFF2-40B4-BE49-F238E27FC236}">
                <a16:creationId xmlns:a16="http://schemas.microsoft.com/office/drawing/2014/main" id="{2A9C06E7-BC9C-2F5F-5DD1-D04EB713C63D}"/>
              </a:ext>
              <a:ext uri="{C183D7F6-B498-43B3-948B-1728B52AA6E4}">
                <adec:decorative xmlns:adec="http://schemas.microsoft.com/office/drawing/2017/decorative" val="1"/>
              </a:ext>
            </a:extLst>
          </p:cNvPr>
          <p:cNvSpPr/>
          <p:nvPr/>
        </p:nvSpPr>
        <p:spPr>
          <a:xfrm rot="10800000" flipH="1" flipV="1">
            <a:off x="-25514" y="-5045"/>
            <a:ext cx="12217514" cy="6865568"/>
          </a:xfrm>
          <a:prstGeom prst="rect">
            <a:avLst/>
          </a:prstGeom>
          <a:gradFill>
            <a:gsLst>
              <a:gs pos="0">
                <a:srgbClr val="FA0036">
                  <a:alpha val="4000"/>
                </a:srgbClr>
              </a:gs>
              <a:gs pos="99000">
                <a:schemeClr val="accent2">
                  <a:alpha val="98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985261F8-8CD8-F2E0-C386-BE6A16D95BFC}"/>
              </a:ext>
              <a:ext uri="{C183D7F6-B498-43B3-948B-1728B52AA6E4}">
                <adec:decorative xmlns:adec="http://schemas.microsoft.com/office/drawing/2017/decorative" val="1"/>
              </a:ext>
            </a:extLst>
          </p:cNvPr>
          <p:cNvSpPr/>
          <p:nvPr/>
        </p:nvSpPr>
        <p:spPr>
          <a:xfrm rot="16200000" flipH="1" flipV="1">
            <a:off x="3802775" y="-3817222"/>
            <a:ext cx="4571999" cy="12206450"/>
          </a:xfrm>
          <a:prstGeom prst="rect">
            <a:avLst/>
          </a:prstGeom>
          <a:gradFill>
            <a:gsLst>
              <a:gs pos="0">
                <a:srgbClr val="D861D4">
                  <a:alpha val="0"/>
                </a:srgbClr>
              </a:gs>
              <a:gs pos="100000">
                <a:srgbClr val="FF7037">
                  <a:alpha val="66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5" name="Oval 14">
            <a:extLst>
              <a:ext uri="{FF2B5EF4-FFF2-40B4-BE49-F238E27FC236}">
                <a16:creationId xmlns:a16="http://schemas.microsoft.com/office/drawing/2014/main" id="{D3D4A82C-6849-A88D-6D57-833E9A7481B9}"/>
              </a:ext>
              <a:ext uri="{C183D7F6-B498-43B3-948B-1728B52AA6E4}">
                <adec:decorative xmlns:adec="http://schemas.microsoft.com/office/drawing/2017/decorative" val="1"/>
              </a:ext>
            </a:extLst>
          </p:cNvPr>
          <p:cNvSpPr/>
          <p:nvPr/>
        </p:nvSpPr>
        <p:spPr>
          <a:xfrm rot="13168948" flipH="1" flipV="1">
            <a:off x="1027160" y="609473"/>
            <a:ext cx="5005754" cy="5005754"/>
          </a:xfrm>
          <a:prstGeom prst="ellipse">
            <a:avLst/>
          </a:prstGeom>
          <a:gradFill>
            <a:gsLst>
              <a:gs pos="31000">
                <a:srgbClr val="FF907A">
                  <a:alpha val="0"/>
                </a:srgbClr>
              </a:gs>
              <a:gs pos="85000">
                <a:srgbClr val="FFBCAF">
                  <a:alpha val="2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D55CA38-7F60-D664-4EC0-C54B60C02BCF}"/>
              </a:ext>
              <a:ext uri="{C183D7F6-B498-43B3-948B-1728B52AA6E4}">
                <adec:decorative xmlns:adec="http://schemas.microsoft.com/office/drawing/2017/decorative" val="1"/>
              </a:ext>
            </a:extLst>
          </p:cNvPr>
          <p:cNvSpPr/>
          <p:nvPr/>
        </p:nvSpPr>
        <p:spPr>
          <a:xfrm rot="5400000" flipV="1">
            <a:off x="-1913484" y="1896512"/>
            <a:ext cx="6860522" cy="3062447"/>
          </a:xfrm>
          <a:prstGeom prst="rect">
            <a:avLst/>
          </a:prstGeom>
          <a:gradFill>
            <a:gsLst>
              <a:gs pos="0">
                <a:srgbClr val="FA0036">
                  <a:alpha val="62000"/>
                </a:srgbClr>
              </a:gs>
              <a:gs pos="77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557016" y="987552"/>
            <a:ext cx="7644384" cy="2944368"/>
          </a:xfrm>
        </p:spPr>
        <p:txBody>
          <a:bodyPr vert="horz" lIns="91440" tIns="45720" rIns="91440" bIns="45720" rtlCol="0" anchor="b">
            <a:normAutofit/>
          </a:bodyPr>
          <a:lstStyle>
            <a:lvl1pPr>
              <a:defRPr lang="en-US" sz="5400" cap="all" spc="700" baseline="0">
                <a:solidFill>
                  <a:schemeClr val="tx1"/>
                </a:solidFill>
              </a:defRPr>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538728" y="5294376"/>
            <a:ext cx="7644384" cy="1078992"/>
          </a:xfrm>
        </p:spPr>
        <p:txBody>
          <a:bodyPr vert="horz" lIns="91440" tIns="45720" rIns="91440" bIns="45720" rtlCol="0" anchor="ctr">
            <a:normAutofit/>
          </a:bodyPr>
          <a:lstStyle>
            <a:lvl1pPr marL="0" indent="0">
              <a:buNone/>
              <a:defRPr lang="en-US" cap="all" spc="400" baseline="0">
                <a:solidFill>
                  <a:schemeClr val="tx1"/>
                </a:solidFill>
                <a:latin typeface="+mj-lt"/>
              </a:defRPr>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C7B5CA67-94ED-4C14-9B73-CCE5A85B4E93}" type="datetime2">
              <a:rPr lang="en-US" smtClean="0"/>
              <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386373234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7_B658406.xml><?xml version="1.0" encoding="utf-8"?>
<p:sldLayout xmlns:a="http://schemas.openxmlformats.org/drawingml/2006/main" xmlns:r="http://schemas.openxmlformats.org/officeDocument/2006/relationships" xmlns:p="http://schemas.openxmlformats.org/presentationml/2006/main" showMasterSp="0" type="title" preserve="1">
  <p:cSld name="Title 2">
    <p:bg>
      <p:bgRef idx="1001">
        <a:schemeClr val="bg1"/>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8C38FEA-146D-53B3-36B0-5CBD8040636E}"/>
              </a:ext>
              <a:ext uri="{C183D7F6-B498-43B3-948B-1728B52AA6E4}">
                <adec:decorative xmlns:adec="http://schemas.microsoft.com/office/drawing/2017/decorative" val="1"/>
              </a:ext>
            </a:extLst>
          </p:cNvPr>
          <p:cNvSpPr/>
          <p:nvPr/>
        </p:nvSpPr>
        <p:spPr>
          <a:xfrm flipH="1">
            <a:off x="9143995" y="0"/>
            <a:ext cx="3076356" cy="6858000"/>
          </a:xfrm>
          <a:prstGeom prst="rect">
            <a:avLst/>
          </a:prstGeom>
          <a:gradFill>
            <a:gsLst>
              <a:gs pos="0">
                <a:srgbClr val="FF907A"/>
              </a:gs>
              <a:gs pos="100000">
                <a:srgbClr val="DA002F">
                  <a:alpha val="85882"/>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684D35E-A520-CA7A-97CB-6D815AB4CC5D}"/>
              </a:ext>
              <a:ext uri="{C183D7F6-B498-43B3-948B-1728B52AA6E4}">
                <adec:decorative xmlns:adec="http://schemas.microsoft.com/office/drawing/2017/decorative" val="1"/>
              </a:ext>
            </a:extLst>
          </p:cNvPr>
          <p:cNvSpPr/>
          <p:nvPr/>
        </p:nvSpPr>
        <p:spPr>
          <a:xfrm flipH="1">
            <a:off x="9143990" y="-1"/>
            <a:ext cx="3076355" cy="4572001"/>
          </a:xfrm>
          <a:prstGeom prst="rect">
            <a:avLst/>
          </a:prstGeom>
          <a:gradFill>
            <a:gsLst>
              <a:gs pos="26000">
                <a:srgbClr val="FE4A00">
                  <a:alpha val="0"/>
                </a:srgbClr>
              </a:gs>
              <a:gs pos="100000">
                <a:srgbClr val="DA002F">
                  <a:alpha val="6500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85E890B-58C1-DD36-E90B-FFF0BE0CB5CB}"/>
              </a:ext>
              <a:ext uri="{C183D7F6-B498-43B3-948B-1728B52AA6E4}">
                <adec:decorative xmlns:adec="http://schemas.microsoft.com/office/drawing/2017/decorative" val="1"/>
              </a:ext>
            </a:extLst>
          </p:cNvPr>
          <p:cNvSpPr/>
          <p:nvPr/>
        </p:nvSpPr>
        <p:spPr>
          <a:xfrm rot="5400000" flipH="1">
            <a:off x="7253161" y="1890822"/>
            <a:ext cx="6858001" cy="3076355"/>
          </a:xfrm>
          <a:prstGeom prst="rect">
            <a:avLst/>
          </a:prstGeom>
          <a:gradFill>
            <a:gsLst>
              <a:gs pos="2000">
                <a:srgbClr val="9B3597"/>
              </a:gs>
              <a:gs pos="60000">
                <a:srgbClr val="D861D4">
                  <a:alpha val="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BCD52CC-E8F2-3220-AE19-8A482DD1F236}"/>
              </a:ext>
              <a:ext uri="{C183D7F6-B498-43B3-948B-1728B52AA6E4}">
                <adec:decorative xmlns:adec="http://schemas.microsoft.com/office/drawing/2017/decorative" val="1"/>
              </a:ext>
            </a:extLst>
          </p:cNvPr>
          <p:cNvSpPr/>
          <p:nvPr/>
        </p:nvSpPr>
        <p:spPr>
          <a:xfrm rot="12508972">
            <a:off x="7949750" y="1673989"/>
            <a:ext cx="3201591" cy="4397456"/>
          </a:xfrm>
          <a:custGeom>
            <a:avLst/>
            <a:gdLst>
              <a:gd name="connsiteX0" fmla="*/ 3201591 w 3201591"/>
              <a:gd name="connsiteY0" fmla="*/ 4296647 h 4397456"/>
              <a:gd name="connsiteX1" fmla="*/ 3007294 w 3201591"/>
              <a:gd name="connsiteY1" fmla="*/ 4346606 h 4397456"/>
              <a:gd name="connsiteX2" fmla="*/ 2502877 w 3201591"/>
              <a:gd name="connsiteY2" fmla="*/ 4397456 h 4397456"/>
              <a:gd name="connsiteX3" fmla="*/ 0 w 3201591"/>
              <a:gd name="connsiteY3" fmla="*/ 1894579 h 4397456"/>
              <a:gd name="connsiteX4" fmla="*/ 733076 w 3201591"/>
              <a:gd name="connsiteY4" fmla="*/ 124777 h 4397456"/>
              <a:gd name="connsiteX5" fmla="*/ 870365 w 3201591"/>
              <a:gd name="connsiteY5" fmla="*/ 0 h 43974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1591" h="4397456">
                <a:moveTo>
                  <a:pt x="3201591" y="4296647"/>
                </a:moveTo>
                <a:lnTo>
                  <a:pt x="3007294" y="4346606"/>
                </a:lnTo>
                <a:cubicBezTo>
                  <a:pt x="2844362" y="4379947"/>
                  <a:pt x="2675664" y="4397456"/>
                  <a:pt x="2502877" y="4397456"/>
                </a:cubicBezTo>
                <a:cubicBezTo>
                  <a:pt x="1120576" y="4397456"/>
                  <a:pt x="0" y="3276880"/>
                  <a:pt x="0" y="1894579"/>
                </a:cubicBezTo>
                <a:cubicBezTo>
                  <a:pt x="0" y="1203428"/>
                  <a:pt x="280144" y="577709"/>
                  <a:pt x="733076" y="124777"/>
                </a:cubicBezTo>
                <a:lnTo>
                  <a:pt x="870365" y="0"/>
                </a:lnTo>
                <a:close/>
              </a:path>
            </a:pathLst>
          </a:custGeom>
          <a:gradFill>
            <a:gsLst>
              <a:gs pos="31000">
                <a:srgbClr val="FF907A">
                  <a:alpha val="0"/>
                </a:srgbClr>
              </a:gs>
              <a:gs pos="85000">
                <a:srgbClr val="FFBCAF">
                  <a:alpha val="1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612648"/>
            <a:ext cx="7004304" cy="3557016"/>
          </a:xfrm>
        </p:spPr>
        <p:txBody>
          <a:bodyPr vert="horz" lIns="91440" tIns="45720" rIns="91440" bIns="45720" rtlCol="0" anchor="t">
            <a:normAutofit/>
          </a:bodyPr>
          <a:lstStyle>
            <a:lvl1pPr>
              <a:defRPr lang="en-US" sz="4800" cap="all" spc="550" baseline="0"/>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65192"/>
            <a:ext cx="6391656" cy="1490472"/>
          </a:xfrm>
        </p:spPr>
        <p:txBody>
          <a:bodyPr vert="horz" lIns="91440" tIns="45720" rIns="91440" bIns="45720" rtlCol="0" anchor="ctr">
            <a:normAutofit/>
          </a:bodyPr>
          <a:lstStyle>
            <a:lvl1pPr marL="0" indent="0">
              <a:buNone/>
              <a:defRPr lang="en-US" cap="all" spc="400" baseline="0">
                <a:latin typeface="+mj-lt"/>
              </a:defRPr>
            </a:lvl1pPr>
          </a:lstStyle>
          <a:p>
            <a:pPr lvl="0"/>
            <a:r>
              <a:rPr lang="en-US"/>
              <a:t>Click to edit Master subtitle style</a:t>
            </a:r>
          </a:p>
        </p:txBody>
      </p:sp>
      <p:sp>
        <p:nvSpPr>
          <p:cNvPr id="13" name="Footer Placeholder 12">
            <a:extLst>
              <a:ext uri="{FF2B5EF4-FFF2-40B4-BE49-F238E27FC236}">
                <a16:creationId xmlns:a16="http://schemas.microsoft.com/office/drawing/2014/main" id="{FED2F463-51E0-AB87-A5B5-6942461AD535}"/>
              </a:ext>
            </a:extLst>
          </p:cNvPr>
          <p:cNvSpPr>
            <a:spLocks noGrp="1"/>
          </p:cNvSpPr>
          <p:nvPr>
            <p:ph type="ftr" sz="quarter" idx="11"/>
          </p:nvPr>
        </p:nvSpPr>
        <p:spPr/>
        <p:txBody>
          <a:bodyPr/>
          <a:lstStyle/>
          <a:p>
            <a:r>
              <a:rPr lang="en-US"/>
              <a:t>Sample Footer Text</a:t>
            </a:r>
          </a:p>
        </p:txBody>
      </p:sp>
      <p:sp>
        <p:nvSpPr>
          <p:cNvPr id="12" name="Date Placeholder 11">
            <a:extLst>
              <a:ext uri="{FF2B5EF4-FFF2-40B4-BE49-F238E27FC236}">
                <a16:creationId xmlns:a16="http://schemas.microsoft.com/office/drawing/2014/main" id="{30796B80-FA43-2B89-5F9F-72443F8E5C6E}"/>
              </a:ext>
            </a:extLst>
          </p:cNvPr>
          <p:cNvSpPr>
            <a:spLocks noGrp="1"/>
          </p:cNvSpPr>
          <p:nvPr>
            <p:ph type="dt" sz="half" idx="10"/>
          </p:nvPr>
        </p:nvSpPr>
        <p:spPr>
          <a:xfrm>
            <a:off x="4954909" y="6455664"/>
            <a:ext cx="3472868" cy="365760"/>
          </a:xfrm>
        </p:spPr>
        <p:txBody>
          <a:bodyPr/>
          <a:lstStyle>
            <a:lvl1pPr>
              <a:defRPr>
                <a:solidFill>
                  <a:schemeClr val="tx1"/>
                </a:solidFill>
              </a:defRPr>
            </a:lvl1pPr>
          </a:lstStyle>
          <a:p>
            <a:fld id="{7723C116-3055-4F7F-9A49-EB260F9EF6F6}" type="datetime2">
              <a:rPr lang="en-US" smtClean="0"/>
              <a:t/>
            </a:fld>
            <a:endParaRPr lang="en-US"/>
          </a:p>
        </p:txBody>
      </p:sp>
      <p:sp>
        <p:nvSpPr>
          <p:cNvPr id="14" name="Slide Number Placeholder 13">
            <a:extLst>
              <a:ext uri="{FF2B5EF4-FFF2-40B4-BE49-F238E27FC236}">
                <a16:creationId xmlns:a16="http://schemas.microsoft.com/office/drawing/2014/main" id="{FC1096F3-B460-B6B3-0D52-AEFDD7F69A2E}"/>
              </a:ext>
            </a:extLst>
          </p:cNvPr>
          <p:cNvSpPr>
            <a:spLocks noGrp="1"/>
          </p:cNvSpPr>
          <p:nvPr>
            <p:ph type="sldNum" sz="quarter" idx="12"/>
          </p:nvPr>
        </p:nvSpPr>
        <p:spPr>
          <a:xfrm>
            <a:off x="8409489" y="6455664"/>
            <a:ext cx="548640" cy="365760"/>
          </a:xfrm>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19120231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8_F0E07E1.xml><?xml version="1.0" encoding="utf-8"?>
<p:sldLayout xmlns:a="http://schemas.openxmlformats.org/drawingml/2006/main" xmlns:r="http://schemas.openxmlformats.org/officeDocument/2006/relationships" xmlns:p="http://schemas.openxmlformats.org/presentationml/2006/main" showMasterSp="0" type="title" preserve="1">
  <p:cSld name="Title 3">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4E2F783-0ED7-1F0B-219A-198549E350DD}"/>
              </a:ext>
              <a:ext uri="{C183D7F6-B498-43B3-948B-1728B52AA6E4}">
                <adec:decorative xmlns:adec="http://schemas.microsoft.com/office/drawing/2017/decorative" val="1"/>
              </a:ext>
            </a:extLst>
          </p:cNvPr>
          <p:cNvSpPr/>
          <p:nvPr/>
        </p:nvSpPr>
        <p:spPr>
          <a:xfrm>
            <a:off x="-6" y="-25866"/>
            <a:ext cx="12192005" cy="4589428"/>
          </a:xfrm>
          <a:prstGeom prst="rect">
            <a:avLst/>
          </a:prstGeom>
          <a:gradFill>
            <a:gsLst>
              <a:gs pos="8000">
                <a:srgbClr val="D861D4"/>
              </a:gs>
              <a:gs pos="100000">
                <a:srgbClr val="DA002F">
                  <a:alpha val="85000"/>
                </a:srgb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2F09062-D41B-0E2E-C1C0-F27562ED9597}"/>
              </a:ext>
              <a:ext uri="{C183D7F6-B498-43B3-948B-1728B52AA6E4}">
                <adec:decorative xmlns:adec="http://schemas.microsoft.com/office/drawing/2017/decorative" val="1"/>
              </a:ext>
            </a:extLst>
          </p:cNvPr>
          <p:cNvSpPr/>
          <p:nvPr/>
        </p:nvSpPr>
        <p:spPr>
          <a:xfrm rot="16200000">
            <a:off x="3805950" y="-3822495"/>
            <a:ext cx="4580101" cy="12191999"/>
          </a:xfrm>
          <a:prstGeom prst="rect">
            <a:avLst/>
          </a:prstGeom>
          <a:gradFill>
            <a:gsLst>
              <a:gs pos="0">
                <a:srgbClr val="FE4A00">
                  <a:alpha val="50000"/>
                </a:srgbClr>
              </a:gs>
              <a:gs pos="99000">
                <a:srgbClr val="A3299D"/>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BA6D366-64E2-13D3-2734-861E811E1F1A}"/>
              </a:ext>
              <a:ext uri="{C183D7F6-B498-43B3-948B-1728B52AA6E4}">
                <adec:decorative xmlns:adec="http://schemas.microsoft.com/office/drawing/2017/decorative" val="1"/>
              </a:ext>
            </a:extLst>
          </p:cNvPr>
          <p:cNvSpPr/>
          <p:nvPr/>
        </p:nvSpPr>
        <p:spPr>
          <a:xfrm rot="10800000">
            <a:off x="8150806" y="-25872"/>
            <a:ext cx="4041192" cy="4589427"/>
          </a:xfrm>
          <a:prstGeom prst="rect">
            <a:avLst/>
          </a:prstGeom>
          <a:gradFill>
            <a:gsLst>
              <a:gs pos="0">
                <a:srgbClr val="DA002F">
                  <a:alpha val="0"/>
                </a:srgbClr>
              </a:gs>
              <a:gs pos="84000">
                <a:srgbClr val="FF907A">
                  <a:alpha val="32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E5B9BA8-AE27-B639-DB51-7E498FA9422B}"/>
              </a:ext>
              <a:ext uri="{C183D7F6-B498-43B3-948B-1728B52AA6E4}">
                <adec:decorative xmlns:adec="http://schemas.microsoft.com/office/drawing/2017/decorative" val="1"/>
              </a:ext>
            </a:extLst>
          </p:cNvPr>
          <p:cNvSpPr/>
          <p:nvPr/>
        </p:nvSpPr>
        <p:spPr>
          <a:xfrm rot="12508972">
            <a:off x="5485611" y="-1118641"/>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41000">
                <a:srgbClr val="FF907A">
                  <a:alpha val="0"/>
                </a:srgbClr>
              </a:gs>
              <a:gs pos="100000">
                <a:srgbClr val="FFBCAF">
                  <a:alpha val="33000"/>
                </a:srgb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31520" y="585216"/>
            <a:ext cx="6858000" cy="3200400"/>
          </a:xfrm>
        </p:spPr>
        <p:txBody>
          <a:bodyPr vert="horz" lIns="91440" tIns="45720" rIns="91440" bIns="45720" rtlCol="0" anchor="b">
            <a:normAutofit/>
          </a:bodyPr>
          <a:lstStyle>
            <a:lvl1pPr>
              <a:defRPr lang="en-US" sz="4800" cap="all" spc="550" baseline="0">
                <a:solidFill>
                  <a:schemeClr val="bg1"/>
                </a:solidFill>
              </a:defRPr>
            </a:lvl1pPr>
          </a:lstStyle>
          <a:p>
            <a:pPr lvl="0">
              <a:lnSpc>
                <a:spcPct val="110000"/>
              </a:lnSpc>
            </a:pPr>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31520" y="4965192"/>
            <a:ext cx="6391656" cy="1490472"/>
          </a:xfrm>
        </p:spPr>
        <p:txBody>
          <a:bodyPr vert="horz" lIns="91440" tIns="45720" rIns="91440" bIns="45720" rtlCol="0" anchor="ctr">
            <a:normAutofit/>
          </a:bodyPr>
          <a:lstStyle>
            <a:lvl1pPr marL="0" indent="0">
              <a:buNone/>
              <a:defRPr lang="en-US" cap="all" spc="400" baseline="0" dirty="0">
                <a:latin typeface="+mj-lt"/>
              </a:defRPr>
            </a:lvl1pPr>
          </a:lstStyle>
          <a:p>
            <a:pPr lvl="0"/>
            <a:r>
              <a:rPr lang="en-US"/>
              <a:t>Click to edit Master subtitle style</a:t>
            </a:r>
          </a:p>
        </p:txBody>
      </p:sp>
      <p:sp>
        <p:nvSpPr>
          <p:cNvPr id="18" name="Footer Placeholder 17">
            <a:extLst>
              <a:ext uri="{FF2B5EF4-FFF2-40B4-BE49-F238E27FC236}">
                <a16:creationId xmlns:a16="http://schemas.microsoft.com/office/drawing/2014/main" id="{EEDD729C-2F42-9729-3280-C9066997083D}"/>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17" name="Date Placeholder 16">
            <a:extLst>
              <a:ext uri="{FF2B5EF4-FFF2-40B4-BE49-F238E27FC236}">
                <a16:creationId xmlns:a16="http://schemas.microsoft.com/office/drawing/2014/main" id="{7911B295-8CBE-7949-8048-EBF414619287}"/>
              </a:ext>
            </a:extLst>
          </p:cNvPr>
          <p:cNvSpPr>
            <a:spLocks noGrp="1"/>
          </p:cNvSpPr>
          <p:nvPr>
            <p:ph type="dt" sz="half" idx="10"/>
          </p:nvPr>
        </p:nvSpPr>
        <p:spPr/>
        <p:txBody>
          <a:bodyPr/>
          <a:lstStyle>
            <a:lvl1pPr>
              <a:defRPr>
                <a:solidFill>
                  <a:schemeClr val="tx1"/>
                </a:solidFill>
              </a:defRPr>
            </a:lvl1pPr>
          </a:lstStyle>
          <a:p>
            <a:fld id="{A6A5EF91-D53E-428D-B2CB-7C1F753E44DB}" type="datetime2">
              <a:rPr lang="en-US" smtClean="0"/>
              <a:t/>
            </a:fld>
            <a:endParaRPr lang="en-US"/>
          </a:p>
        </p:txBody>
      </p:sp>
      <p:sp>
        <p:nvSpPr>
          <p:cNvPr id="19" name="Slide Number Placeholder 18">
            <a:extLst>
              <a:ext uri="{FF2B5EF4-FFF2-40B4-BE49-F238E27FC236}">
                <a16:creationId xmlns:a16="http://schemas.microsoft.com/office/drawing/2014/main" id="{036F8F79-3CDB-6415-DDB2-2D674522D5B0}"/>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25257776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_80000009_D14C2114.xml><?xml version="1.0" encoding="utf-8"?>
<p:sldLayout xmlns:a="http://schemas.openxmlformats.org/drawingml/2006/main" xmlns:r="http://schemas.openxmlformats.org/officeDocument/2006/relationships" xmlns:p="http://schemas.openxmlformats.org/presentationml/2006/main" showMasterSp="0" preserve="1">
  <p:cSld name="Section Header">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61BDDB7-A96E-2151-63B9-28A103D980D2}"/>
              </a:ext>
              <a:ext uri="{C183D7F6-B498-43B3-948B-1728B52AA6E4}">
                <adec:decorative xmlns:adec="http://schemas.microsoft.com/office/drawing/2017/decorative" val="1"/>
              </a:ext>
            </a:extLst>
          </p:cNvPr>
          <p:cNvSpPr/>
          <p:nvPr/>
        </p:nvSpPr>
        <p:spPr>
          <a:xfrm flipH="1">
            <a:off x="-7229" y="-2522"/>
            <a:ext cx="12217516" cy="6858000"/>
          </a:xfrm>
          <a:prstGeom prst="rect">
            <a:avLst/>
          </a:prstGeom>
          <a:solidFill>
            <a:srgbClr val="FFFFFF"/>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6DA992C5-451E-EC0E-D54A-B0AA21D57F04}"/>
              </a:ext>
              <a:ext uri="{C183D7F6-B498-43B3-948B-1728B52AA6E4}">
                <adec:decorative xmlns:adec="http://schemas.microsoft.com/office/drawing/2017/decorative" val="1"/>
              </a:ext>
            </a:extLst>
          </p:cNvPr>
          <p:cNvSpPr/>
          <p:nvPr/>
        </p:nvSpPr>
        <p:spPr>
          <a:xfrm>
            <a:off x="-7227" y="-5045"/>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5A4914C5-E872-F937-694B-9226A87D21A6}"/>
              </a:ext>
              <a:ext uri="{C183D7F6-B498-43B3-948B-1728B52AA6E4}">
                <adec:decorative xmlns:adec="http://schemas.microsoft.com/office/drawing/2017/decorative" val="1"/>
              </a:ext>
            </a:extLst>
          </p:cNvPr>
          <p:cNvSpPr/>
          <p:nvPr/>
        </p:nvSpPr>
        <p:spPr>
          <a:xfrm rot="10800000" flipH="1">
            <a:off x="7226" y="-5045"/>
            <a:ext cx="12203060" cy="6863044"/>
          </a:xfrm>
          <a:prstGeom prst="rect">
            <a:avLst/>
          </a:prstGeom>
          <a:gradFill>
            <a:gsLst>
              <a:gs pos="0">
                <a:srgbClr val="FA0036">
                  <a:alpha val="4000"/>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7B2BF5D5-EB9E-9501-6A32-C2BB4C8ED6A7}"/>
              </a:ext>
              <a:ext uri="{C183D7F6-B498-43B3-948B-1728B52AA6E4}">
                <adec:decorative xmlns:adec="http://schemas.microsoft.com/office/drawing/2017/decorative" val="1"/>
              </a:ext>
            </a:extLst>
          </p:cNvPr>
          <p:cNvSpPr/>
          <p:nvPr/>
        </p:nvSpPr>
        <p:spPr>
          <a:xfrm rot="5400000" flipH="1">
            <a:off x="4958529" y="-4965758"/>
            <a:ext cx="2286000" cy="12217514"/>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Oval 11">
            <a:extLst>
              <a:ext uri="{FF2B5EF4-FFF2-40B4-BE49-F238E27FC236}">
                <a16:creationId xmlns:a16="http://schemas.microsoft.com/office/drawing/2014/main" id="{90768E01-CF59-AC8E-6819-61512B528C04}"/>
              </a:ext>
              <a:ext uri="{C183D7F6-B498-43B3-948B-1728B52AA6E4}">
                <adec:decorative xmlns:adec="http://schemas.microsoft.com/office/drawing/2017/decorative" val="1"/>
              </a:ext>
            </a:extLst>
          </p:cNvPr>
          <p:cNvSpPr/>
          <p:nvPr/>
        </p:nvSpPr>
        <p:spPr>
          <a:xfrm rot="8431052" flipH="1">
            <a:off x="1403739" y="524809"/>
            <a:ext cx="5005754" cy="5005754"/>
          </a:xfrm>
          <a:prstGeom prst="ellipse">
            <a:avLst/>
          </a:prstGeom>
          <a:gradFill>
            <a:gsLst>
              <a:gs pos="31000">
                <a:srgbClr val="FF907A">
                  <a:alpha val="0"/>
                </a:srgbClr>
              </a:gs>
              <a:gs pos="85000">
                <a:srgbClr val="FFBCAF">
                  <a:alpha val="2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86865A1-AC73-67A9-BC14-E75D3F26BDE9}"/>
              </a:ext>
              <a:ext uri="{C183D7F6-B498-43B3-948B-1728B52AA6E4}">
                <adec:decorative xmlns:adec="http://schemas.microsoft.com/office/drawing/2017/decorative" val="1"/>
              </a:ext>
            </a:extLst>
          </p:cNvPr>
          <p:cNvSpPr/>
          <p:nvPr/>
        </p:nvSpPr>
        <p:spPr>
          <a:xfrm rot="16200000">
            <a:off x="-1913484" y="1896512"/>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8892EA34-13CC-54C1-DE3D-4F1D5D55C9A7}"/>
              </a:ext>
              <a:ext uri="{C183D7F6-B498-43B3-948B-1728B52AA6E4}">
                <adec:decorative xmlns:adec="http://schemas.microsoft.com/office/drawing/2017/decorative" val="0"/>
              </a:ext>
            </a:extLst>
          </p:cNvPr>
          <p:cNvSpPr>
            <a:spLocks noGrp="1"/>
          </p:cNvSpPr>
          <p:nvPr>
            <p:ph type="title"/>
          </p:nvPr>
        </p:nvSpPr>
        <p:spPr>
          <a:xfrm>
            <a:off x="3657600" y="2807208"/>
            <a:ext cx="7772400" cy="3346704"/>
          </a:xfrm>
        </p:spPr>
        <p:txBody>
          <a:bodyPr anchor="t">
            <a:normAutofit/>
          </a:bodyPr>
          <a:lstStyle>
            <a:lvl1pPr>
              <a:lnSpc>
                <a:spcPct val="110000"/>
              </a:lnSpc>
              <a:defRPr sz="5400" cap="all" spc="700" baseline="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p:txBody>
          <a:bodyPr/>
          <a:lstStyle>
            <a:lvl1pPr>
              <a:defRPr>
                <a:solidFill>
                  <a:schemeClr val="tx1"/>
                </a:solidFill>
              </a:defRPr>
            </a:lvl1pPr>
          </a:lstStyle>
          <a:p>
            <a:fld id="{B4EA7F42-44CA-4E2D-BE54-54E50F1A95AA}" type="datetime2">
              <a:rPr lang="en-US" smtClean="0"/>
              <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p:txBody>
          <a:bodyPr/>
          <a:lstStyle>
            <a:lvl1pPr>
              <a:defRPr>
                <a:solidFill>
                  <a:schemeClr val="tx1"/>
                </a:solidFill>
              </a:defRPr>
            </a:lvl1pPr>
          </a:lstStyle>
          <a:p>
            <a:fld id="{84145AC3-CC88-4C8A-A6CE-8D44921B6A23}" type="slidenum">
              <a:rPr lang="en-US" smtClean="0"/>
              <a:pPr/>
              <a:t/>
            </a:fld>
            <a:endParaRPr lang="en-US"/>
          </a:p>
        </p:txBody>
      </p:sp>
    </p:spTree>
    <p:extLst>
      <p:ext uri="{BB962C8B-B14F-4D97-AF65-F5344CB8AC3E}">
        <p14:creationId xmlns:p14="http://schemas.microsoft.com/office/powerpoint/2010/main" val="3511427348"/>
      </p:ext>
    </p:extLst>
  </p:cSld>
  <p:clrMapOvr>
    <a:overrideClrMapping bg1="dk1" tx1="lt1" bg2="dk2" tx2="lt2" accent1="accent1" accent2="accent2" accent3="accent3" accent4="accent4" accent5="accent5" accent6="accent6" hlink="hlink" folHlink="folHlink"/>
  </p:clrMapOvr>
</p:sldLayout>
</file>

<file path=ppt/slideLayouts/slideLayout_80000018_786417F9.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CBB6C2A-5CA9-E68C-069E-E0E25559DCC0}"/>
              </a:ext>
              <a:ext uri="{C183D7F6-B498-43B3-948B-1728B52AA6E4}">
                <adec:decorative xmlns:adec="http://schemas.microsoft.com/office/drawing/2017/decorative" val="1"/>
              </a:ext>
            </a:extLst>
          </p:cNvPr>
          <p:cNvSpPr/>
          <p:nvPr/>
        </p:nvSpPr>
        <p:spPr>
          <a:xfrm flipH="1">
            <a:off x="-1" y="6408743"/>
            <a:ext cx="12191998" cy="449257"/>
          </a:xfrm>
          <a:prstGeom prst="rect">
            <a:avLst/>
          </a:prstGeom>
          <a:gradFill>
            <a:gsLst>
              <a:gs pos="34000">
                <a:srgbClr val="FE4A00">
                  <a:alpha val="72941"/>
                </a:srgbClr>
              </a:gs>
              <a:gs pos="100000">
                <a:srgbClr val="DA002F">
                  <a:alpha val="88627"/>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80550C-DE5E-1065-0630-D03C188FDDD1}"/>
              </a:ext>
              <a:ext uri="{C183D7F6-B498-43B3-948B-1728B52AA6E4}">
                <adec:decorative xmlns:adec="http://schemas.microsoft.com/office/drawing/2017/decorative" val="1"/>
              </a:ext>
            </a:extLst>
          </p:cNvPr>
          <p:cNvSpPr/>
          <p:nvPr/>
        </p:nvSpPr>
        <p:spPr>
          <a:xfrm flipH="1">
            <a:off x="-1" y="6408742"/>
            <a:ext cx="6281929" cy="449258"/>
          </a:xfrm>
          <a:prstGeom prst="rect">
            <a:avLst/>
          </a:prstGeom>
          <a:gradFill>
            <a:gsLst>
              <a:gs pos="0">
                <a:srgbClr val="FD5353">
                  <a:alpha val="54902"/>
                </a:srgbClr>
              </a:gs>
              <a:gs pos="99000">
                <a:srgbClr val="972D8F">
                  <a:alpha val="73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86600" y="1014984"/>
            <a:ext cx="4489704" cy="1463040"/>
          </a:xfrm>
        </p:spPr>
        <p:txBody>
          <a:bodyPr anchor="t">
            <a:normAutofit/>
          </a:bodyPr>
          <a:lstStyle>
            <a:lvl1pPr>
              <a:defRPr sz="4000" cap="all" spc="700" baseline="0"/>
            </a:lvl1pPr>
          </a:lstStyle>
          <a:p>
            <a:r>
              <a:rPr lang="en-US"/>
              <a:t>Click to edit Master title style</a:t>
            </a:r>
          </a:p>
        </p:txBody>
      </p:sp>
      <p:sp>
        <p:nvSpPr>
          <p:cNvPr id="14" name="Picture Placeholder 13">
            <a:extLst>
              <a:ext uri="{FF2B5EF4-FFF2-40B4-BE49-F238E27FC236}">
                <a16:creationId xmlns:a16="http://schemas.microsoft.com/office/drawing/2014/main" id="{446617FE-5546-1330-38DE-729B1DB01C4F}"/>
              </a:ext>
            </a:extLst>
          </p:cNvPr>
          <p:cNvSpPr>
            <a:spLocks noGrp="1"/>
          </p:cNvSpPr>
          <p:nvPr>
            <p:ph type="pic" sz="quarter" idx="18" hasCustomPrompt="1"/>
          </p:nvPr>
        </p:nvSpPr>
        <p:spPr>
          <a:xfrm>
            <a:off x="0" y="-1"/>
            <a:ext cx="6281928" cy="6411311"/>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086600" y="2633472"/>
            <a:ext cx="4498848" cy="2980944"/>
          </a:xfrm>
        </p:spPr>
        <p:txBody>
          <a:bodyPr anchor="b">
            <a:normAutofit/>
          </a:bodyPr>
          <a:lstStyle>
            <a:lvl1pPr marL="342900" indent="-342900">
              <a:buFont typeface="+mj-lt"/>
              <a:buAutoNum type="arabicPeriod"/>
              <a:defRPr sz="1800"/>
            </a:lvl1pPr>
            <a:lvl2pPr marL="571500" indent="-342900">
              <a:buFont typeface="+mj-lt"/>
              <a:buAutoNum type="arabicPeriod"/>
              <a:defRPr sz="1600"/>
            </a:lvl2pPr>
            <a:lvl3pPr marL="685800" indent="-228600">
              <a:buFont typeface="+mj-lt"/>
              <a:buAutoNum type="arabicPeriod"/>
              <a:defRPr sz="1400"/>
            </a:lvl3pPr>
            <a:lvl4pPr marL="914400" indent="-228600">
              <a:buFont typeface="+mj-lt"/>
              <a:buAutoNum type="arabicPeriod"/>
              <a:defRPr sz="1400"/>
            </a:lvl4pPr>
            <a:lvl5pPr marL="1143000" indent="-2286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10">
            <a:extLst>
              <a:ext uri="{FF2B5EF4-FFF2-40B4-BE49-F238E27FC236}">
                <a16:creationId xmlns:a16="http://schemas.microsoft.com/office/drawing/2014/main" id="{A9C33D4E-E2BE-E898-8127-4DC0FEE7EF69}"/>
              </a:ext>
            </a:extLst>
          </p:cNvPr>
          <p:cNvSpPr>
            <a:spLocks noGrp="1"/>
          </p:cNvSpPr>
          <p:nvPr>
            <p:ph type="ftr" sz="quarter" idx="16"/>
          </p:nvPr>
        </p:nvSpPr>
        <p:spPr>
          <a:xfrm>
            <a:off x="137160" y="6455664"/>
            <a:ext cx="3557016" cy="365760"/>
          </a:xfrm>
        </p:spPr>
        <p:txBody>
          <a:bodyPr/>
          <a:lstStyle>
            <a:lvl1pPr>
              <a:defRPr>
                <a:solidFill>
                  <a:schemeClr val="bg1"/>
                </a:solidFill>
              </a:defRPr>
            </a:lvl1pPr>
          </a:lstStyle>
          <a:p>
            <a:r>
              <a:rPr lang="en-US"/>
              <a:t>Sample Footer Text</a:t>
            </a:r>
          </a:p>
        </p:txBody>
      </p:sp>
      <p:sp>
        <p:nvSpPr>
          <p:cNvPr id="10" name="Date Placeholder 9">
            <a:extLst>
              <a:ext uri="{FF2B5EF4-FFF2-40B4-BE49-F238E27FC236}">
                <a16:creationId xmlns:a16="http://schemas.microsoft.com/office/drawing/2014/main" id="{9153B13C-4F7F-491E-137A-C175D2F34347}"/>
              </a:ext>
            </a:extLst>
          </p:cNvPr>
          <p:cNvSpPr>
            <a:spLocks noGrp="1"/>
          </p:cNvSpPr>
          <p:nvPr>
            <p:ph type="dt" sz="half" idx="15"/>
          </p:nvPr>
        </p:nvSpPr>
        <p:spPr/>
        <p:txBody>
          <a:bodyPr/>
          <a:lstStyle/>
          <a:p>
            <a:fld id="{150BB71E-4F8F-41C0-A92F-F3C4EFE8AC7B}" type="datetime2">
              <a:rPr lang="en-US" smtClean="0"/>
              <a:t/>
            </a:fld>
            <a:endParaRPr lang="en-US"/>
          </a:p>
        </p:txBody>
      </p:sp>
      <p:sp>
        <p:nvSpPr>
          <p:cNvPr id="12" name="Slide Number Placeholder 11">
            <a:extLst>
              <a:ext uri="{FF2B5EF4-FFF2-40B4-BE49-F238E27FC236}">
                <a16:creationId xmlns:a16="http://schemas.microsoft.com/office/drawing/2014/main" id="{465A4B81-1CBB-716F-B325-C1ECB6BA2529}"/>
              </a:ext>
            </a:extLst>
          </p:cNvPr>
          <p:cNvSpPr>
            <a:spLocks noGrp="1"/>
          </p:cNvSpPr>
          <p:nvPr>
            <p:ph type="sldNum" sz="quarter" idx="17"/>
          </p:nvPr>
        </p:nvSpPr>
        <p:spPr/>
        <p:txBody>
          <a:bodyPr/>
          <a:lstStyle/>
          <a:p>
            <a:fld id="{CC057153-B650-4DEB-B370-79DDCFDCE934}" type="slidenum">
              <a:rPr lang="en-US" smtClean="0"/>
              <a:pPr/>
              <a:t/>
            </a:fld>
            <a:endParaRPr lang="en-US"/>
          </a:p>
        </p:txBody>
      </p:sp>
    </p:spTree>
    <p:extLst>
      <p:ext uri="{BB962C8B-B14F-4D97-AF65-F5344CB8AC3E}">
        <p14:creationId xmlns:p14="http://schemas.microsoft.com/office/powerpoint/2010/main" val="2019825657"/>
      </p:ext>
    </p:extLst>
  </p:cSld>
  <p:clrMapOvr>
    <a:masterClrMapping/>
  </p:clrMapOvr>
</p:sldLayout>
</file>

<file path=ppt/slideLayouts/slideLayout_80000019_7226F59B.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33272" y="2103120"/>
            <a:ext cx="4325112" cy="2454796"/>
          </a:xfrm>
        </p:spPr>
        <p:txBody>
          <a:bodyPr anchor="t">
            <a:normAutofit/>
          </a:bodyPr>
          <a:lstStyle>
            <a:lvl1pPr>
              <a:defRPr sz="4400"/>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273800" y="2103120"/>
            <a:ext cx="4325112" cy="2459736"/>
          </a:xfrm>
        </p:spPr>
        <p:txBody>
          <a:bodyPr vert="horz" lIns="91440" tIns="45720" rIns="91440" bIns="45720" rtlCol="0">
            <a:normAutofit/>
          </a:bodyPr>
          <a:lstStyle>
            <a:lvl1pPr marL="0" indent="0">
              <a:buNone/>
              <a:defRPr lang="en-US" sz="2000" dirty="0"/>
            </a:lvl1pPr>
            <a:lvl2pPr marL="228600" indent="0">
              <a:buNone/>
              <a:defRPr lang="en-US" sz="1800" dirty="0"/>
            </a:lvl2pPr>
            <a:lvl3pPr marL="457200" indent="0">
              <a:buNone/>
              <a:defRPr lang="en-US" sz="16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38963436-5FD3-4DBA-BA14-7BB2834C5EC5}" type="datetime2">
              <a:rPr lang="en-US" smtClean="0"/>
              <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1915155867"/>
      </p:ext>
    </p:extLst>
  </p:cSld>
  <p:clrMapOvr>
    <a:masterClrMapping/>
  </p:clrMapOvr>
</p:sldLayout>
</file>

<file path=ppt/slideLayouts/slideLayout_80000020_1F063BEC.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C72D07-FB95-F16C-6535-C8AEB3ACAFA0}"/>
              </a:ext>
              <a:ext uri="{C183D7F6-B498-43B3-948B-1728B52AA6E4}">
                <adec:decorative xmlns:adec="http://schemas.microsoft.com/office/drawing/2017/decorative" val="1"/>
              </a:ext>
            </a:extLst>
          </p:cNvPr>
          <p:cNvSpPr/>
          <p:nvPr/>
        </p:nvSpPr>
        <p:spPr>
          <a:xfrm rot="10800000" flipH="1">
            <a:off x="0" y="6408316"/>
            <a:ext cx="12192000" cy="449684"/>
          </a:xfrm>
          <a:prstGeom prst="rect">
            <a:avLst/>
          </a:prstGeom>
          <a:gradFill>
            <a:gsLst>
              <a:gs pos="14000">
                <a:srgbClr val="FE4A00">
                  <a:alpha val="27843"/>
                </a:srgbClr>
              </a:gs>
              <a:gs pos="100000">
                <a:srgbClr val="DA002F">
                  <a:alpha val="84706"/>
                </a:srgbClr>
              </a:gs>
            </a:gsLst>
            <a:lin ang="9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AA119A-27E9-C86D-0929-AC7B5A35BD16}"/>
              </a:ext>
              <a:ext uri="{C183D7F6-B498-43B3-948B-1728B52AA6E4}">
                <adec:decorative xmlns:adec="http://schemas.microsoft.com/office/drawing/2017/decorative" val="1"/>
              </a:ext>
            </a:extLst>
          </p:cNvPr>
          <p:cNvSpPr/>
          <p:nvPr/>
        </p:nvSpPr>
        <p:spPr>
          <a:xfrm flipH="1">
            <a:off x="3807553" y="6408316"/>
            <a:ext cx="8384444" cy="449684"/>
          </a:xfrm>
          <a:prstGeom prst="rect">
            <a:avLst/>
          </a:prstGeom>
          <a:gradFill>
            <a:gsLst>
              <a:gs pos="9000">
                <a:srgbClr val="D861D4">
                  <a:alpha val="67843"/>
                </a:srgbClr>
              </a:gs>
              <a:gs pos="99000">
                <a:srgbClr val="92248E"/>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18304" y="310896"/>
            <a:ext cx="6858000" cy="923544"/>
          </a:xfrm>
        </p:spPr>
        <p:txBody>
          <a:bodyPr anchor="b"/>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11" name="Picture Placeholder 10">
            <a:extLst>
              <a:ext uri="{FF2B5EF4-FFF2-40B4-BE49-F238E27FC236}">
                <a16:creationId xmlns:a16="http://schemas.microsoft.com/office/drawing/2014/main" id="{B6DF379E-0D41-B503-1F7F-4E6B2B90CC41}"/>
              </a:ext>
            </a:extLst>
          </p:cNvPr>
          <p:cNvSpPr>
            <a:spLocks noGrp="1"/>
          </p:cNvSpPr>
          <p:nvPr>
            <p:ph type="pic" sz="quarter" idx="15" hasCustomPrompt="1"/>
          </p:nvPr>
        </p:nvSpPr>
        <p:spPr>
          <a:xfrm>
            <a:off x="603503" y="603504"/>
            <a:ext cx="3192563" cy="5202936"/>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718304" y="1380744"/>
            <a:ext cx="6858000" cy="4608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bg1"/>
                </a:solidFill>
                <a:effectLst/>
              </a:defRPr>
            </a:lvl1pPr>
          </a:lstStyle>
          <a:p>
            <a:fld id="{15508136-2BE5-4DEB-BFFF-CA82AE75DA81}" type="datetime2">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520502252"/>
      </p:ext>
    </p:extLst>
  </p:cSld>
  <p:clrMapOvr>
    <a:masterClrMapping/>
  </p:clrMapOvr>
</p:sldLayout>
</file>

<file path=ppt/slideLayouts/slideLayout_80000021_D22137D8.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FCDB1A6A-A82E-C28C-BC71-E59067A1D47F}"/>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E2B683A0-4783-F398-8347-7EAF3DEE633C}"/>
              </a:ext>
              <a:ext uri="{C183D7F6-B498-43B3-948B-1728B52AA6E4}">
                <adec:decorative xmlns:adec="http://schemas.microsoft.com/office/drawing/2017/decorative" val="1"/>
              </a:ext>
            </a:extLst>
          </p:cNvPr>
          <p:cNvSpPr/>
          <p:nvPr/>
        </p:nvSpPr>
        <p:spPr>
          <a:xfrm flipH="1">
            <a:off x="8491125" y="6406116"/>
            <a:ext cx="3700874"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12572"/>
            <a:ext cx="6858000" cy="923544"/>
          </a:xfrm>
        </p:spPr>
        <p:txBody>
          <a:bodyPr anchor="b"/>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6085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86917188-FC72-8B54-8EBD-7107C6956DBB}"/>
              </a:ext>
            </a:extLst>
          </p:cNvPr>
          <p:cNvSpPr>
            <a:spLocks noGrp="1"/>
          </p:cNvSpPr>
          <p:nvPr>
            <p:ph type="pic" sz="quarter" idx="15" hasCustomPrompt="1"/>
          </p:nvPr>
        </p:nvSpPr>
        <p:spPr>
          <a:xfrm>
            <a:off x="8491126" y="603504"/>
            <a:ext cx="3085177" cy="5202936"/>
          </a:xfrm>
          <a:blipFill>
            <a:blip r:embed="rId2">
              <a:alphaModFix amt="70000"/>
            </a:blip>
            <a:stretch>
              <a:fillRect/>
            </a:stretch>
          </a:blipFill>
        </p:spPr>
        <p:txBody>
          <a:bodyPr/>
          <a:lstStyle>
            <a:lvl1pPr marL="0" indent="0">
              <a:buNone/>
              <a:defRPr/>
            </a:lvl1p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8CA907A-57F4-4BE4-B9CF-66B2A48FC3D2}" type="datetime2">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bg1"/>
                </a:solidFill>
                <a:effectLst/>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3525392344"/>
      </p:ext>
    </p:extLst>
  </p:cSld>
  <p:clrMapOvr>
    <a:masterClrMapping/>
  </p:clrMapOvr>
</p:sldLayout>
</file>

<file path=ppt/slideLayouts/slideLayout_80000022_EDC47FDB.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9DCA41D-9DCB-DD45-31CF-2ACE1D2C681B}"/>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21F0C67-B5B9-BA90-0D30-7132F7490891}"/>
              </a:ext>
              <a:ext uri="{C183D7F6-B498-43B3-948B-1728B52AA6E4}">
                <adec:decorative xmlns:adec="http://schemas.microsoft.com/office/drawing/2017/decorative" val="1"/>
              </a:ext>
            </a:extLst>
          </p:cNvPr>
          <p:cNvSpPr/>
          <p:nvPr/>
        </p:nvSpPr>
        <p:spPr>
          <a:xfrm flipH="1">
            <a:off x="5247320" y="6400799"/>
            <a:ext cx="6944677"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3912" y="475488"/>
            <a:ext cx="5440680" cy="1197864"/>
          </a:xfrm>
        </p:spPr>
        <p:txBody>
          <a:bodyPr anchor="b"/>
          <a:lstStyle/>
          <a:p>
            <a:r>
              <a:rPr lang="en-US"/>
              <a:t>Click to edit Master title style</a:t>
            </a:r>
          </a:p>
        </p:txBody>
      </p:sp>
      <p:sp>
        <p:nvSpPr>
          <p:cNvPr id="11" name="Picture Placeholder 10">
            <a:extLst>
              <a:ext uri="{FF2B5EF4-FFF2-40B4-BE49-F238E27FC236}">
                <a16:creationId xmlns:a16="http://schemas.microsoft.com/office/drawing/2014/main" id="{C7A5FBC8-9F7C-5DDE-5C2A-6D231CC88D55}"/>
              </a:ext>
            </a:extLst>
          </p:cNvPr>
          <p:cNvSpPr>
            <a:spLocks noGrp="1"/>
          </p:cNvSpPr>
          <p:nvPr>
            <p:ph type="pic" sz="quarter" idx="15" hasCustomPrompt="1"/>
          </p:nvPr>
        </p:nvSpPr>
        <p:spPr>
          <a:xfrm>
            <a:off x="0" y="-1"/>
            <a:ext cx="5247320" cy="6400369"/>
          </a:xfrm>
          <a:blipFill>
            <a:blip r:embed="rId2">
              <a:alphaModFix amt="70000"/>
            </a:blip>
            <a:stretch>
              <a:fillRect/>
            </a:stretch>
          </a:blipFill>
        </p:spPr>
        <p:txBody>
          <a:bodyPr/>
          <a:lstStyle>
            <a:lvl1pPr marL="0" indent="0">
              <a:buNone/>
              <a:defRPr/>
            </a:lvl1pPr>
          </a:lstStyle>
          <a:p>
            <a:r>
              <a:rPr lang="en-US"/>
              <a:t> </a:t>
            </a:r>
          </a:p>
        </p:txBody>
      </p:sp>
      <p:sp>
        <p:nvSpPr>
          <p:cNvPr id="16" name="Footer Placeholder 15">
            <a:extLst>
              <a:ext uri="{FF2B5EF4-FFF2-40B4-BE49-F238E27FC236}">
                <a16:creationId xmlns:a16="http://schemas.microsoft.com/office/drawing/2014/main" id="{4567FAE1-288E-FD4A-3F64-DC3B7101D933}"/>
              </a:ext>
            </a:extLst>
          </p:cNvPr>
          <p:cNvSpPr>
            <a:spLocks noGrp="1"/>
          </p:cNvSpPr>
          <p:nvPr>
            <p:ph type="ftr" sz="quarter" idx="17"/>
          </p:nvPr>
        </p:nvSpPr>
        <p:spPr>
          <a:xfrm>
            <a:off x="67056" y="6455664"/>
            <a:ext cx="3557016" cy="365760"/>
          </a:xfrm>
        </p:spPr>
        <p:txBody>
          <a:bodyPr/>
          <a:lstStyle>
            <a:lvl1pPr>
              <a:defRPr>
                <a:solidFill>
                  <a:schemeClr val="bg1"/>
                </a:solidFill>
              </a:defRPr>
            </a:lvl1pPr>
          </a:lstStyle>
          <a:p>
            <a:r>
              <a:rPr lang="en-US"/>
              <a:t>Sample Footer Text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6153912" y="1856232"/>
            <a:ext cx="5440680" cy="400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Date Placeholder 14">
            <a:extLst>
              <a:ext uri="{FF2B5EF4-FFF2-40B4-BE49-F238E27FC236}">
                <a16:creationId xmlns:a16="http://schemas.microsoft.com/office/drawing/2014/main" id="{35913992-B8EA-FD20-FD4D-5B72B7A440D1}"/>
              </a:ext>
            </a:extLst>
          </p:cNvPr>
          <p:cNvSpPr>
            <a:spLocks noGrp="1"/>
          </p:cNvSpPr>
          <p:nvPr>
            <p:ph type="dt" sz="half" idx="16"/>
          </p:nvPr>
        </p:nvSpPr>
        <p:spPr/>
        <p:txBody>
          <a:bodyPr/>
          <a:lstStyle/>
          <a:p>
            <a:fld id="{F8C0C47F-6992-403B-A8BD-DAD08522434F}" type="datetime2">
              <a:rPr lang="en-US" smtClean="0"/>
              <a:t/>
            </a:fld>
            <a:endParaRPr lang="en-US"/>
          </a:p>
        </p:txBody>
      </p:sp>
      <p:sp>
        <p:nvSpPr>
          <p:cNvPr id="17" name="Slide Number Placeholder 16">
            <a:extLst>
              <a:ext uri="{FF2B5EF4-FFF2-40B4-BE49-F238E27FC236}">
                <a16:creationId xmlns:a16="http://schemas.microsoft.com/office/drawing/2014/main" id="{D5201357-21DD-EA1C-08A2-FA2DAB225074}"/>
              </a:ext>
            </a:extLst>
          </p:cNvPr>
          <p:cNvSpPr>
            <a:spLocks noGrp="1"/>
          </p:cNvSpPr>
          <p:nvPr>
            <p:ph type="sldNum" sz="quarter" idx="18"/>
          </p:nvPr>
        </p:nvSpPr>
        <p:spPr/>
        <p:txBody>
          <a:bodyPr/>
          <a:lstStyle/>
          <a:p>
            <a:fld id="{CC057153-B650-4DEB-B370-79DDCFDCE934}" type="slidenum">
              <a:rPr lang="en-US" smtClean="0"/>
              <a:pPr/>
              <a:t/>
            </a:fld>
            <a:endParaRPr lang="en-US"/>
          </a:p>
        </p:txBody>
      </p:sp>
    </p:spTree>
    <p:extLst>
      <p:ext uri="{BB962C8B-B14F-4D97-AF65-F5344CB8AC3E}">
        <p14:creationId xmlns:p14="http://schemas.microsoft.com/office/powerpoint/2010/main" val="3989077979"/>
      </p:ext>
    </p:extLst>
  </p:cSld>
  <p:clrMapOvr>
    <a:masterClrMapping/>
  </p:clrMapOvr>
</p:sldLayout>
</file>

<file path=ppt/slideLayouts/slideLayout_80000023_61E5F2D.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9DCA41D-9DCB-DD45-31CF-2ACE1D2C681B}"/>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21F0C67-B5B9-BA90-0D30-7132F7490891}"/>
              </a:ext>
              <a:ext uri="{C183D7F6-B498-43B3-948B-1728B52AA6E4}">
                <adec:decorative xmlns:adec="http://schemas.microsoft.com/office/drawing/2017/decorative" val="1"/>
              </a:ext>
            </a:extLst>
          </p:cNvPr>
          <p:cNvSpPr/>
          <p:nvPr/>
        </p:nvSpPr>
        <p:spPr>
          <a:xfrm flipH="1">
            <a:off x="6922008" y="6400799"/>
            <a:ext cx="5269988"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475488"/>
            <a:ext cx="5440680" cy="1197864"/>
          </a:xfrm>
        </p:spPr>
        <p:txBody>
          <a:bodyPr anchor="b"/>
          <a:lstStyle/>
          <a:p>
            <a:r>
              <a:rPr lang="en-US"/>
              <a:t>Click to edit Master title style</a:t>
            </a:r>
          </a:p>
        </p:txBody>
      </p:sp>
      <p:sp>
        <p:nvSpPr>
          <p:cNvPr id="4" name="Footer Placeholder 3">
            <a:extLst>
              <a:ext uri="{FF2B5EF4-FFF2-40B4-BE49-F238E27FC236}">
                <a16:creationId xmlns:a16="http://schemas.microsoft.com/office/drawing/2014/main" id="{F6328336-AE7A-4C2D-0270-493DC7303B6A}"/>
              </a:ext>
            </a:extLst>
          </p:cNvPr>
          <p:cNvSpPr>
            <a:spLocks noGrp="1"/>
          </p:cNvSpPr>
          <p:nvPr>
            <p:ph type="ftr" sz="quarter" idx="17"/>
          </p:nvPr>
        </p:nvSpPr>
        <p:spPr/>
        <p:txBody>
          <a:bodyPr/>
          <a:lstStyle/>
          <a:p>
            <a:r>
              <a:rPr lang="en-US"/>
              <a:t>Sample Footer Text</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31520" y="1856232"/>
            <a:ext cx="5440680" cy="40050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C7A5FBC8-9F7C-5DDE-5C2A-6D231CC88D55}"/>
              </a:ext>
            </a:extLst>
          </p:cNvPr>
          <p:cNvSpPr>
            <a:spLocks noGrp="1"/>
          </p:cNvSpPr>
          <p:nvPr>
            <p:ph type="pic" sz="quarter" idx="15" hasCustomPrompt="1"/>
          </p:nvPr>
        </p:nvSpPr>
        <p:spPr>
          <a:xfrm>
            <a:off x="6922008" y="-1"/>
            <a:ext cx="5269992" cy="6400369"/>
          </a:xfrm>
          <a:blipFill>
            <a:blip r:embed="rId2">
              <a:alphaModFix amt="70000"/>
            </a:blip>
            <a:stretch>
              <a:fillRect/>
            </a:stretch>
          </a:blipFill>
        </p:spPr>
        <p:txBody>
          <a:bodyPr/>
          <a:lstStyle>
            <a:lvl1pPr marL="0" indent="0">
              <a:buNone/>
              <a:defRPr/>
            </a:lvl1pPr>
          </a:lstStyle>
          <a:p>
            <a:r>
              <a:rPr lang="en-US"/>
              <a:t> </a:t>
            </a:r>
          </a:p>
        </p:txBody>
      </p:sp>
      <p:sp>
        <p:nvSpPr>
          <p:cNvPr id="3" name="Date Placeholder 2">
            <a:extLst>
              <a:ext uri="{FF2B5EF4-FFF2-40B4-BE49-F238E27FC236}">
                <a16:creationId xmlns:a16="http://schemas.microsoft.com/office/drawing/2014/main" id="{ACE75CBF-C3DD-595A-4D09-0BDBE3A20100}"/>
              </a:ext>
            </a:extLst>
          </p:cNvPr>
          <p:cNvSpPr>
            <a:spLocks noGrp="1"/>
          </p:cNvSpPr>
          <p:nvPr>
            <p:ph type="dt" sz="half" idx="16"/>
          </p:nvPr>
        </p:nvSpPr>
        <p:spPr/>
        <p:txBody>
          <a:bodyPr/>
          <a:lstStyle/>
          <a:p>
            <a:fld id="{4EE2BF70-051F-4182-B873-1FBEE890188B}" type="datetime2">
              <a:rPr lang="en-US" smtClean="0"/>
              <a:t/>
            </a:fld>
            <a:endParaRPr lang="en-US"/>
          </a:p>
        </p:txBody>
      </p:sp>
      <p:sp>
        <p:nvSpPr>
          <p:cNvPr id="5" name="Slide Number Placeholder 4">
            <a:extLst>
              <a:ext uri="{FF2B5EF4-FFF2-40B4-BE49-F238E27FC236}">
                <a16:creationId xmlns:a16="http://schemas.microsoft.com/office/drawing/2014/main" id="{FFC4C584-842E-9FEF-D13D-CAA866F0BFEA}"/>
              </a:ext>
            </a:extLst>
          </p:cNvPr>
          <p:cNvSpPr>
            <a:spLocks noGrp="1"/>
          </p:cNvSpPr>
          <p:nvPr>
            <p:ph type="sldNum" sz="quarter" idx="18"/>
          </p:nvPr>
        </p:nvSpPr>
        <p:spPr/>
        <p:txBody>
          <a:bodyPr/>
          <a:lstStyle/>
          <a:p>
            <a:fld id="{CC057153-B650-4DEB-B370-79DDCFDCE934}" type="slidenum">
              <a:rPr lang="en-US" smtClean="0"/>
              <a:pPr/>
              <a:t/>
            </a:fld>
            <a:endParaRPr lang="en-US"/>
          </a:p>
        </p:txBody>
      </p:sp>
    </p:spTree>
    <p:extLst>
      <p:ext uri="{BB962C8B-B14F-4D97-AF65-F5344CB8AC3E}">
        <p14:creationId xmlns:p14="http://schemas.microsoft.com/office/powerpoint/2010/main" val="102653741"/>
      </p:ext>
    </p:extLst>
  </p:cSld>
  <p:clrMapOvr>
    <a:masterClrMapping/>
  </p:clrMapOvr>
</p:sldLayout>
</file>

<file path=ppt/slideLayouts/slideLayout_80000024_6D37E8BF.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81E3123-7D9E-2A08-F196-CDF340945D9D}"/>
              </a:ext>
              <a:ext uri="{C183D7F6-B498-43B3-948B-1728B52AA6E4}">
                <adec:decorative xmlns:adec="http://schemas.microsoft.com/office/drawing/2017/decorative" val="1"/>
              </a:ext>
            </a:extLst>
          </p:cNvPr>
          <p:cNvSpPr/>
          <p:nvPr/>
        </p:nvSpPr>
        <p:spPr>
          <a:xfrm rot="10800000" flipH="1">
            <a:off x="0" y="6400798"/>
            <a:ext cx="12192000" cy="457202"/>
          </a:xfrm>
          <a:prstGeom prst="rect">
            <a:avLst/>
          </a:prstGeom>
          <a:gradFill>
            <a:gsLst>
              <a:gs pos="25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FF22AD7-5E04-F73B-69E6-5FA92F998C90}"/>
              </a:ext>
              <a:ext uri="{C183D7F6-B498-43B3-948B-1728B52AA6E4}">
                <adec:decorative xmlns:adec="http://schemas.microsoft.com/office/drawing/2017/decorative" val="1"/>
              </a:ext>
            </a:extLst>
          </p:cNvPr>
          <p:cNvSpPr/>
          <p:nvPr/>
        </p:nvSpPr>
        <p:spPr>
          <a:xfrm flipH="1">
            <a:off x="7284615" y="6400799"/>
            <a:ext cx="4907382" cy="456772"/>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174736" y="475488"/>
            <a:ext cx="3401568" cy="1197864"/>
          </a:xfrm>
        </p:spPr>
        <p:txBody>
          <a:bodyPr anchor="b"/>
          <a:lstStyle/>
          <a:p>
            <a:r>
              <a:rPr lang="en-US"/>
              <a:t>Click to edit Master title style</a:t>
            </a:r>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603504" y="603504"/>
            <a:ext cx="6681111" cy="5202936"/>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174736" y="1856232"/>
            <a:ext cx="3401568" cy="4041648"/>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2B29163A-D4FD-4B13-B760-29FEA46D26A0}" type="datetime2">
              <a:rPr lang="en-US" smtClean="0"/>
              <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
            </a:fld>
            <a:endParaRPr lang="en-US"/>
          </a:p>
        </p:txBody>
      </p:sp>
    </p:spTree>
    <p:extLst>
      <p:ext uri="{BB962C8B-B14F-4D97-AF65-F5344CB8AC3E}">
        <p14:creationId xmlns:p14="http://schemas.microsoft.com/office/powerpoint/2010/main" val="1832380607"/>
      </p:ext>
    </p:extLst>
  </p:cSld>
  <p:clrMapOvr>
    <a:masterClrMapping/>
  </p:clrMapOvr>
</p:sldLayout>
</file>

<file path=ppt/slideLayouts/slideLayout_80000025_B778B140.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92EA85-E779-E444-F045-AF74D3205F21}"/>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BB930F6-9FDA-0841-96E2-360254453D93}"/>
              </a:ext>
              <a:ext uri="{C183D7F6-B498-43B3-948B-1728B52AA6E4}">
                <adec:decorative xmlns:adec="http://schemas.microsoft.com/office/drawing/2017/decorative" val="1"/>
              </a:ext>
            </a:extLst>
          </p:cNvPr>
          <p:cNvSpPr/>
          <p:nvPr/>
        </p:nvSpPr>
        <p:spPr>
          <a:xfrm flipH="1">
            <a:off x="7562434" y="6406116"/>
            <a:ext cx="4629564"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704087"/>
            <a:ext cx="2907792" cy="2377440"/>
          </a:xfrm>
        </p:spPr>
        <p:txBody>
          <a:bodyPr anchor="t"/>
          <a:lstStyle/>
          <a:p>
            <a:r>
              <a:rPr lang="en-US"/>
              <a:t>Click to edit Master title style</a:t>
            </a:r>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023360" y="704088"/>
            <a:ext cx="2843784" cy="511149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7562436" y="0"/>
            <a:ext cx="4629564" cy="6409944"/>
          </a:xfrm>
          <a:blipFill>
            <a:blip r:embed="rId2">
              <a:alphaModFix amt="70000"/>
            </a:blip>
            <a:stretch>
              <a:fillRect/>
            </a:stretch>
          </a:blipFill>
        </p:spPr>
        <p:txBody>
          <a:bodyPr/>
          <a:lstStyle>
            <a:lvl1pPr marL="0" indent="0">
              <a:buNone/>
              <a:defRPr/>
            </a:lvl1pPr>
          </a:lstStyle>
          <a:p>
            <a:r>
              <a:rPr lang="en-US"/>
              <a:t> </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BF31E3F0-C597-454C-9C6A-C05C00896517}" type="datetime2">
              <a:rPr lang="en-US" smtClean="0"/>
              <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
            </a:fld>
            <a:endParaRPr lang="en-US"/>
          </a:p>
        </p:txBody>
      </p:sp>
    </p:spTree>
    <p:extLst>
      <p:ext uri="{BB962C8B-B14F-4D97-AF65-F5344CB8AC3E}">
        <p14:creationId xmlns:p14="http://schemas.microsoft.com/office/powerpoint/2010/main" val="3078140224"/>
      </p:ext>
    </p:extLst>
  </p:cSld>
  <p:clrMapOvr>
    <a:masterClrMapping/>
  </p:clrMapOvr>
</p:sldLayout>
</file>

<file path=ppt/slideLayouts/slideLayout_80000026_ED0D3FFB.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92EA85-E779-E444-F045-AF74D3205F21}"/>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DBB930F6-9FDA-0841-96E2-360254453D93}"/>
              </a:ext>
              <a:ext uri="{C183D7F6-B498-43B3-948B-1728B52AA6E4}">
                <adec:decorative xmlns:adec="http://schemas.microsoft.com/office/drawing/2017/decorative" val="1"/>
              </a:ext>
            </a:extLst>
          </p:cNvPr>
          <p:cNvSpPr/>
          <p:nvPr/>
        </p:nvSpPr>
        <p:spPr>
          <a:xfrm flipH="1">
            <a:off x="8305800" y="6406116"/>
            <a:ext cx="3886200"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704088"/>
            <a:ext cx="2907792" cy="2377440"/>
          </a:xfrm>
        </p:spPr>
        <p:txBody>
          <a:bodyPr anchor="t"/>
          <a:lstStyle/>
          <a:p>
            <a:r>
              <a:rPr lang="en-US"/>
              <a:t>Click to edit Master title style</a:t>
            </a:r>
          </a:p>
        </p:txBody>
      </p:sp>
      <p:sp>
        <p:nvSpPr>
          <p:cNvPr id="12" name="Footer Placeholder 11">
            <a:extLst>
              <a:ext uri="{FF2B5EF4-FFF2-40B4-BE49-F238E27FC236}">
                <a16:creationId xmlns:a16="http://schemas.microsoft.com/office/drawing/2014/main" id="{B6E8A78A-1F40-EF49-1E08-D6397550623A}"/>
              </a:ext>
            </a:extLst>
          </p:cNvPr>
          <p:cNvSpPr>
            <a:spLocks noGrp="1"/>
          </p:cNvSpPr>
          <p:nvPr>
            <p:ph type="ftr" sz="quarter" idx="17"/>
          </p:nvPr>
        </p:nvSpPr>
        <p:spPr/>
        <p:txBody>
          <a:body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4023360" y="704088"/>
            <a:ext cx="3776472" cy="5347704"/>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7DC519FC-A3E9-4C11-0C12-6C530C7375C1}"/>
              </a:ext>
            </a:extLst>
          </p:cNvPr>
          <p:cNvSpPr>
            <a:spLocks noGrp="1"/>
          </p:cNvSpPr>
          <p:nvPr>
            <p:ph type="pic" sz="quarter" idx="15" hasCustomPrompt="1"/>
          </p:nvPr>
        </p:nvSpPr>
        <p:spPr>
          <a:xfrm>
            <a:off x="8305800" y="0"/>
            <a:ext cx="3886200" cy="6406116"/>
          </a:xfrm>
          <a:blipFill>
            <a:blip r:embed="rId2">
              <a:alphaModFix amt="70000"/>
            </a:blip>
            <a:stretch>
              <a:fillRect/>
            </a:stretch>
          </a:blipFill>
        </p:spPr>
        <p:txBody>
          <a:bodyPr/>
          <a:lstStyle>
            <a:lvl1pPr marL="0" indent="0">
              <a:buNone/>
              <a:defRPr/>
            </a:lvl1pPr>
          </a:lstStyle>
          <a:p>
            <a:r>
              <a:rPr lang="en-US"/>
              <a:t> </a:t>
            </a:r>
          </a:p>
        </p:txBody>
      </p:sp>
      <p:sp>
        <p:nvSpPr>
          <p:cNvPr id="11" name="Date Placeholder 10">
            <a:extLst>
              <a:ext uri="{FF2B5EF4-FFF2-40B4-BE49-F238E27FC236}">
                <a16:creationId xmlns:a16="http://schemas.microsoft.com/office/drawing/2014/main" id="{D89D3850-0B82-7481-3C6F-0BDFA5DB5578}"/>
              </a:ext>
            </a:extLst>
          </p:cNvPr>
          <p:cNvSpPr>
            <a:spLocks noGrp="1"/>
          </p:cNvSpPr>
          <p:nvPr>
            <p:ph type="dt" sz="half" idx="16"/>
          </p:nvPr>
        </p:nvSpPr>
        <p:spPr/>
        <p:txBody>
          <a:bodyPr/>
          <a:lstStyle/>
          <a:p>
            <a:fld id="{64C03E46-357C-41AA-B644-5D238512659D}" type="datetime2">
              <a:rPr lang="en-US" smtClean="0"/>
              <a:t/>
            </a:fld>
            <a:endParaRPr lang="en-US"/>
          </a:p>
        </p:txBody>
      </p:sp>
      <p:sp>
        <p:nvSpPr>
          <p:cNvPr id="13" name="Slide Number Placeholder 12">
            <a:extLst>
              <a:ext uri="{FF2B5EF4-FFF2-40B4-BE49-F238E27FC236}">
                <a16:creationId xmlns:a16="http://schemas.microsoft.com/office/drawing/2014/main" id="{64DFD1F8-B2A4-E3EB-CFCC-88A8CB48722E}"/>
              </a:ext>
            </a:extLst>
          </p:cNvPr>
          <p:cNvSpPr>
            <a:spLocks noGrp="1"/>
          </p:cNvSpPr>
          <p:nvPr>
            <p:ph type="sldNum" sz="quarter" idx="18"/>
          </p:nvPr>
        </p:nvSpPr>
        <p:spPr/>
        <p:txBody>
          <a:bodyPr/>
          <a:lstStyle/>
          <a:p>
            <a:fld id="{CC057153-B650-4DEB-B370-79DDCFDCE934}" type="slidenum">
              <a:rPr lang="en-US" smtClean="0"/>
              <a:pPr/>
              <a:t/>
            </a:fld>
            <a:endParaRPr lang="en-US"/>
          </a:p>
        </p:txBody>
      </p:sp>
    </p:spTree>
    <p:extLst>
      <p:ext uri="{BB962C8B-B14F-4D97-AF65-F5344CB8AC3E}">
        <p14:creationId xmlns:p14="http://schemas.microsoft.com/office/powerpoint/2010/main" val="3977068539"/>
      </p:ext>
    </p:extLst>
  </p:cSld>
  <p:clrMapOvr>
    <a:masterClrMapping/>
  </p:clrMapOvr>
</p:sldLayout>
</file>

<file path=ppt/slideLayouts/slideLayout_80000027_2A39A785.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DBABC61-0C94-EB2C-729D-13A2A74C04A2}"/>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F3E17B-3D55-4567-37F8-1842ADBFD144}"/>
              </a:ext>
              <a:ext uri="{C183D7F6-B498-43B3-948B-1728B52AA6E4}">
                <adec:decorative xmlns:adec="http://schemas.microsoft.com/office/drawing/2017/decorative" val="1"/>
              </a:ext>
            </a:extLst>
          </p:cNvPr>
          <p:cNvSpPr/>
          <p:nvPr/>
        </p:nvSpPr>
        <p:spPr>
          <a:xfrm flipH="1">
            <a:off x="5029200" y="6406116"/>
            <a:ext cx="7162798"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923544"/>
            <a:ext cx="3840480" cy="2505456"/>
          </a:xfrm>
        </p:spPr>
        <p:txBody>
          <a:bodyPr anchor="b"/>
          <a:lstStyle>
            <a:lvl1pPr algn="r">
              <a:defRPr/>
            </a:lvl1pPr>
          </a:lstStyle>
          <a:p>
            <a:r>
              <a:rPr lang="en-US"/>
              <a:t>Click to edit Master title style</a:t>
            </a:r>
          </a:p>
        </p:txBody>
      </p:sp>
      <p:sp>
        <p:nvSpPr>
          <p:cNvPr id="9" name="Footer Placeholder 8">
            <a:extLst>
              <a:ext uri="{FF2B5EF4-FFF2-40B4-BE49-F238E27FC236}">
                <a16:creationId xmlns:a16="http://schemas.microsoft.com/office/drawing/2014/main" id="{E44DBEB0-C6B6-5CB8-ABF9-1B2039BB0E59}"/>
              </a:ext>
            </a:extLst>
          </p:cNvPr>
          <p:cNvSpPr>
            <a:spLocks noGrp="1"/>
          </p:cNvSpPr>
          <p:nvPr>
            <p:ph type="ftr" sz="quarter" idx="16"/>
          </p:nvPr>
        </p:nvSpPr>
        <p:spPr/>
        <p:txBody>
          <a:bodyPr/>
          <a:lstStyle/>
          <a:p>
            <a:r>
              <a:rPr lang="en-US"/>
              <a:t>Sample Footer Text</a:t>
            </a:r>
          </a:p>
        </p:txBody>
      </p:sp>
      <p:sp>
        <p:nvSpPr>
          <p:cNvPr id="12" name="Picture Placeholder 11">
            <a:extLst>
              <a:ext uri="{FF2B5EF4-FFF2-40B4-BE49-F238E27FC236}">
                <a16:creationId xmlns:a16="http://schemas.microsoft.com/office/drawing/2014/main" id="{4FFF810E-C78F-40FB-2AAF-2EF21D0EC3A2}"/>
              </a:ext>
            </a:extLst>
          </p:cNvPr>
          <p:cNvSpPr>
            <a:spLocks noGrp="1"/>
          </p:cNvSpPr>
          <p:nvPr>
            <p:ph type="pic" sz="quarter" idx="18" hasCustomPrompt="1"/>
          </p:nvPr>
        </p:nvSpPr>
        <p:spPr>
          <a:xfrm>
            <a:off x="5065776" y="0"/>
            <a:ext cx="6135624" cy="3291840"/>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029200" y="3511295"/>
            <a:ext cx="6172200" cy="2606283"/>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397A2D71-C1A3-7AD4-8B7D-05B964D2B9E6}"/>
              </a:ext>
            </a:extLst>
          </p:cNvPr>
          <p:cNvSpPr>
            <a:spLocks noGrp="1"/>
          </p:cNvSpPr>
          <p:nvPr>
            <p:ph type="dt" sz="half" idx="15"/>
          </p:nvPr>
        </p:nvSpPr>
        <p:spPr/>
        <p:txBody>
          <a:bodyPr/>
          <a:lstStyle/>
          <a:p>
            <a:fld id="{F7317806-C1A4-4898-A392-58092F2DAC1E}" type="datetime2">
              <a:rPr lang="en-US" smtClean="0"/>
              <a:t/>
            </a:fld>
            <a:endParaRPr lang="en-US"/>
          </a:p>
        </p:txBody>
      </p:sp>
      <p:sp>
        <p:nvSpPr>
          <p:cNvPr id="10" name="Slide Number Placeholder 9">
            <a:extLst>
              <a:ext uri="{FF2B5EF4-FFF2-40B4-BE49-F238E27FC236}">
                <a16:creationId xmlns:a16="http://schemas.microsoft.com/office/drawing/2014/main" id="{0776449E-1F63-DCB9-E493-5C6901BE3C26}"/>
              </a:ext>
            </a:extLst>
          </p:cNvPr>
          <p:cNvSpPr>
            <a:spLocks noGrp="1"/>
          </p:cNvSpPr>
          <p:nvPr>
            <p:ph type="sldNum" sz="quarter" idx="17"/>
          </p:nvPr>
        </p:nvSpPr>
        <p:spPr/>
        <p:txBody>
          <a:bodyPr/>
          <a:lstStyle/>
          <a:p>
            <a:fld id="{CC057153-B650-4DEB-B370-79DDCFDCE934}" type="slidenum">
              <a:rPr lang="en-US" smtClean="0"/>
              <a:pPr/>
              <a:t/>
            </a:fld>
            <a:endParaRPr lang="en-US"/>
          </a:p>
        </p:txBody>
      </p:sp>
    </p:spTree>
    <p:extLst>
      <p:ext uri="{BB962C8B-B14F-4D97-AF65-F5344CB8AC3E}">
        <p14:creationId xmlns:p14="http://schemas.microsoft.com/office/powerpoint/2010/main" val="708421509"/>
      </p:ext>
    </p:extLst>
  </p:cSld>
  <p:clrMapOvr>
    <a:masterClrMapping/>
  </p:clrMapOvr>
</p:sldLayout>
</file>

<file path=ppt/slideLayouts/slideLayout_80000028_F72A6532.xml><?xml version="1.0" encoding="utf-8"?>
<p:sldLayout xmlns:a="http://schemas.openxmlformats.org/drawingml/2006/main" xmlns:r="http://schemas.openxmlformats.org/officeDocument/2006/relationships" xmlns:p="http://schemas.openxmlformats.org/presentationml/2006/main" showMasterSp="0" preserve="1">
  <p:cSld name="Content with Picture 10">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0460BC6-378A-8F4F-1D44-FA6677F92D4E}"/>
              </a:ext>
              <a:ext uri="{C183D7F6-B498-43B3-948B-1728B52AA6E4}">
                <adec:decorative xmlns:adec="http://schemas.microsoft.com/office/drawing/2017/decorative" val="1"/>
              </a:ext>
            </a:extLst>
          </p:cNvPr>
          <p:cNvSpPr/>
          <p:nvPr/>
        </p:nvSpPr>
        <p:spPr>
          <a:xfrm flipH="1">
            <a:off x="0" y="6406116"/>
            <a:ext cx="12191998" cy="461774"/>
          </a:xfrm>
          <a:prstGeom prst="rect">
            <a:avLst/>
          </a:prstGeom>
          <a:gradFill>
            <a:gsLst>
              <a:gs pos="0">
                <a:srgbClr val="DA002F"/>
              </a:gs>
              <a:gs pos="100000">
                <a:srgbClr val="D861D4">
                  <a:alpha val="58824"/>
                </a:srgb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A4AC97FE-4F82-FCF7-08CC-137F322BADB5}"/>
              </a:ext>
              <a:ext uri="{C183D7F6-B498-43B3-948B-1728B52AA6E4}">
                <adec:decorative xmlns:adec="http://schemas.microsoft.com/office/drawing/2017/decorative" val="1"/>
              </a:ext>
            </a:extLst>
          </p:cNvPr>
          <p:cNvSpPr/>
          <p:nvPr/>
        </p:nvSpPr>
        <p:spPr>
          <a:xfrm flipH="1">
            <a:off x="5029200" y="6406116"/>
            <a:ext cx="7162798" cy="461774"/>
          </a:xfrm>
          <a:prstGeom prst="rect">
            <a:avLst/>
          </a:prstGeom>
          <a:gradFill>
            <a:gsLst>
              <a:gs pos="19000">
                <a:srgbClr val="FF411C">
                  <a:alpha val="60784"/>
                </a:srgbClr>
              </a:gs>
              <a:gs pos="99000">
                <a:srgbClr val="FF907A">
                  <a:alpha val="86667"/>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24128" y="932688"/>
            <a:ext cx="3392424" cy="3182112"/>
          </a:xfrm>
        </p:spPr>
        <p:txBody>
          <a:bodyPr anchor="b"/>
          <a:lstStyle>
            <a:lvl1pPr algn="r">
              <a:defRPr/>
            </a:lvl1pPr>
          </a:lstStyle>
          <a:p>
            <a:r>
              <a:rPr lang="en-US"/>
              <a:t>Click to edit Master title style</a:t>
            </a:r>
          </a:p>
        </p:txBody>
      </p:sp>
      <p:sp>
        <p:nvSpPr>
          <p:cNvPr id="9" name="Footer Placeholder 8">
            <a:extLst>
              <a:ext uri="{FF2B5EF4-FFF2-40B4-BE49-F238E27FC236}">
                <a16:creationId xmlns:a16="http://schemas.microsoft.com/office/drawing/2014/main" id="{E44DBEB0-C6B6-5CB8-ABF9-1B2039BB0E59}"/>
              </a:ext>
            </a:extLst>
          </p:cNvPr>
          <p:cNvSpPr>
            <a:spLocks noGrp="1"/>
          </p:cNvSpPr>
          <p:nvPr>
            <p:ph type="ftr" sz="quarter" idx="16"/>
          </p:nvPr>
        </p:nvSpPr>
        <p:spPr/>
        <p:txBody>
          <a:bodyPr/>
          <a:lstStyle/>
          <a:p>
            <a:r>
              <a:rPr lang="en-US"/>
              <a:t>Sample Footer Text</a:t>
            </a:r>
          </a:p>
        </p:txBody>
      </p:sp>
      <p:sp>
        <p:nvSpPr>
          <p:cNvPr id="12" name="Picture Placeholder 11">
            <a:extLst>
              <a:ext uri="{FF2B5EF4-FFF2-40B4-BE49-F238E27FC236}">
                <a16:creationId xmlns:a16="http://schemas.microsoft.com/office/drawing/2014/main" id="{4FFF810E-C78F-40FB-2AAF-2EF21D0EC3A2}"/>
              </a:ext>
            </a:extLst>
          </p:cNvPr>
          <p:cNvSpPr>
            <a:spLocks noGrp="1"/>
          </p:cNvSpPr>
          <p:nvPr>
            <p:ph type="pic" sz="quarter" idx="18" hasCustomPrompt="1"/>
          </p:nvPr>
        </p:nvSpPr>
        <p:spPr>
          <a:xfrm>
            <a:off x="5065776" y="0"/>
            <a:ext cx="6135624" cy="3959352"/>
          </a:xfrm>
          <a:blipFill>
            <a:blip r:embed="rId2">
              <a:alphaModFix amt="70000"/>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5029200" y="4206240"/>
            <a:ext cx="6172200" cy="164592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397A2D71-C1A3-7AD4-8B7D-05B964D2B9E6}"/>
              </a:ext>
            </a:extLst>
          </p:cNvPr>
          <p:cNvSpPr>
            <a:spLocks noGrp="1"/>
          </p:cNvSpPr>
          <p:nvPr>
            <p:ph type="dt" sz="half" idx="15"/>
          </p:nvPr>
        </p:nvSpPr>
        <p:spPr/>
        <p:txBody>
          <a:bodyPr/>
          <a:lstStyle/>
          <a:p>
            <a:fld id="{5EBE550A-BFEE-40D6-A0EE-F4BD2148E98A}" type="datetime2">
              <a:rPr lang="en-US" smtClean="0"/>
              <a:t/>
            </a:fld>
            <a:endParaRPr lang="en-US"/>
          </a:p>
        </p:txBody>
      </p:sp>
      <p:sp>
        <p:nvSpPr>
          <p:cNvPr id="10" name="Slide Number Placeholder 9">
            <a:extLst>
              <a:ext uri="{FF2B5EF4-FFF2-40B4-BE49-F238E27FC236}">
                <a16:creationId xmlns:a16="http://schemas.microsoft.com/office/drawing/2014/main" id="{0776449E-1F63-DCB9-E493-5C6901BE3C26}"/>
              </a:ext>
            </a:extLst>
          </p:cNvPr>
          <p:cNvSpPr>
            <a:spLocks noGrp="1"/>
          </p:cNvSpPr>
          <p:nvPr>
            <p:ph type="sldNum" sz="quarter" idx="17"/>
          </p:nvPr>
        </p:nvSpPr>
        <p:spPr/>
        <p:txBody>
          <a:bodyPr/>
          <a:lstStyle/>
          <a:p>
            <a:fld id="{CC057153-B650-4DEB-B370-79DDCFDCE934}" type="slidenum">
              <a:rPr lang="en-US" smtClean="0"/>
              <a:pPr/>
              <a:t/>
            </a:fld>
            <a:endParaRPr lang="en-US"/>
          </a:p>
        </p:txBody>
      </p:sp>
    </p:spTree>
    <p:extLst>
      <p:ext uri="{BB962C8B-B14F-4D97-AF65-F5344CB8AC3E}">
        <p14:creationId xmlns:p14="http://schemas.microsoft.com/office/powerpoint/2010/main" val="4146750770"/>
      </p:ext>
    </p:extLst>
  </p:cSld>
  <p:clrMapOvr>
    <a:masterClrMapping/>
  </p:clrMapOvr>
</p:sldLayout>
</file>

<file path=ppt/slideLayouts/slideLayout_80000029_68A100BA.xml><?xml version="1.0" encoding="utf-8"?>
<p:sldLayout xmlns:a="http://schemas.openxmlformats.org/drawingml/2006/main" xmlns:r="http://schemas.openxmlformats.org/officeDocument/2006/relationships" xmlns:p="http://schemas.openxmlformats.org/presentationml/2006/main" showMasterSp="0" preserve="1">
  <p:cSld name="Content with Picture 11">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CBB6C2A-5CA9-E68C-069E-E0E25559DCC0}"/>
              </a:ext>
              <a:ext uri="{C183D7F6-B498-43B3-948B-1728B52AA6E4}">
                <adec:decorative xmlns:adec="http://schemas.microsoft.com/office/drawing/2017/decorative" val="1"/>
              </a:ext>
            </a:extLst>
          </p:cNvPr>
          <p:cNvSpPr/>
          <p:nvPr/>
        </p:nvSpPr>
        <p:spPr>
          <a:xfrm flipH="1">
            <a:off x="-1" y="6408741"/>
            <a:ext cx="12191998" cy="449259"/>
          </a:xfrm>
          <a:prstGeom prst="rect">
            <a:avLst/>
          </a:prstGeom>
          <a:gradFill>
            <a:gsLst>
              <a:gs pos="34000">
                <a:srgbClr val="FE4A00">
                  <a:alpha val="72941"/>
                </a:srgbClr>
              </a:gs>
              <a:gs pos="100000">
                <a:srgbClr val="DA002F">
                  <a:alpha val="88627"/>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F80550C-DE5E-1065-0630-D03C188FDDD1}"/>
              </a:ext>
              <a:ext uri="{C183D7F6-B498-43B3-948B-1728B52AA6E4}">
                <adec:decorative xmlns:adec="http://schemas.microsoft.com/office/drawing/2017/decorative" val="1"/>
              </a:ext>
            </a:extLst>
          </p:cNvPr>
          <p:cNvSpPr/>
          <p:nvPr/>
        </p:nvSpPr>
        <p:spPr>
          <a:xfrm flipH="1">
            <a:off x="-1" y="6408314"/>
            <a:ext cx="7783998" cy="449686"/>
          </a:xfrm>
          <a:prstGeom prst="rect">
            <a:avLst/>
          </a:prstGeom>
          <a:gradFill>
            <a:gsLst>
              <a:gs pos="0">
                <a:srgbClr val="FD5353">
                  <a:alpha val="54902"/>
                </a:srgbClr>
              </a:gs>
              <a:gs pos="99000">
                <a:srgbClr val="972D8F">
                  <a:alpha val="73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11896" y="832104"/>
            <a:ext cx="3273552" cy="1947672"/>
          </a:xfrm>
        </p:spPr>
        <p:txBody>
          <a:bodyPr anchor="b"/>
          <a:lstStyle/>
          <a:p>
            <a:r>
              <a:rPr lang="en-US"/>
              <a:t>Click to edit Master title style</a:t>
            </a:r>
          </a:p>
        </p:txBody>
      </p:sp>
      <p:sp>
        <p:nvSpPr>
          <p:cNvPr id="14" name="Picture Placeholder 13">
            <a:extLst>
              <a:ext uri="{FF2B5EF4-FFF2-40B4-BE49-F238E27FC236}">
                <a16:creationId xmlns:a16="http://schemas.microsoft.com/office/drawing/2014/main" id="{446617FE-5546-1330-38DE-729B1DB01C4F}"/>
              </a:ext>
            </a:extLst>
          </p:cNvPr>
          <p:cNvSpPr>
            <a:spLocks noGrp="1"/>
          </p:cNvSpPr>
          <p:nvPr>
            <p:ph type="pic" sz="quarter" idx="18" hasCustomPrompt="1"/>
          </p:nvPr>
        </p:nvSpPr>
        <p:spPr>
          <a:xfrm>
            <a:off x="0" y="-1"/>
            <a:ext cx="7783999" cy="6411311"/>
          </a:xfrm>
          <a:blipFill>
            <a:blip r:embed="rId2">
              <a:alphaModFix amt="70000"/>
            </a:blip>
            <a:stretch>
              <a:fillRect/>
            </a:stretch>
          </a:blipFill>
        </p:spPr>
        <p:txBody>
          <a:bodyPr/>
          <a:lstStyle>
            <a:lvl1pPr marL="0" indent="0">
              <a:buNone/>
              <a:defRPr/>
            </a:lvl1pPr>
          </a:lstStyle>
          <a:p>
            <a:r>
              <a:rPr lang="en-US"/>
              <a:t> </a:t>
            </a:r>
          </a:p>
        </p:txBody>
      </p:sp>
      <p:sp>
        <p:nvSpPr>
          <p:cNvPr id="11" name="Footer Placeholder 10">
            <a:extLst>
              <a:ext uri="{FF2B5EF4-FFF2-40B4-BE49-F238E27FC236}">
                <a16:creationId xmlns:a16="http://schemas.microsoft.com/office/drawing/2014/main" id="{A9C33D4E-E2BE-E898-8127-4DC0FEE7EF69}"/>
              </a:ext>
            </a:extLst>
          </p:cNvPr>
          <p:cNvSpPr>
            <a:spLocks noGrp="1"/>
          </p:cNvSpPr>
          <p:nvPr>
            <p:ph type="ftr" sz="quarter" idx="16"/>
          </p:nvPr>
        </p:nvSpPr>
        <p:spPr>
          <a:xfrm>
            <a:off x="67056" y="6455664"/>
            <a:ext cx="3557016" cy="365760"/>
          </a:xfrm>
        </p:spPr>
        <p:txBody>
          <a:bodyPr/>
          <a:lstStyle>
            <a:lvl1pPr>
              <a:defRPr>
                <a:solidFill>
                  <a:schemeClr val="bg1"/>
                </a:solidFill>
              </a:defRPr>
            </a:lvl1pPr>
          </a:lstStyle>
          <a:p>
            <a:r>
              <a:rPr lang="en-US"/>
              <a:t>Sample Footer Text</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311896" y="2852928"/>
            <a:ext cx="3273552" cy="2953512"/>
          </a:xfrm>
        </p:spPr>
        <p:txBody>
          <a:bodyPr>
            <a:normAutofit/>
          </a:bodyPr>
          <a:lstStyle>
            <a:lvl1pPr marL="0" indent="0">
              <a:buNone/>
              <a:defRPr sz="16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9153B13C-4F7F-491E-137A-C175D2F34347}"/>
              </a:ext>
            </a:extLst>
          </p:cNvPr>
          <p:cNvSpPr>
            <a:spLocks noGrp="1"/>
          </p:cNvSpPr>
          <p:nvPr>
            <p:ph type="dt" sz="half" idx="15"/>
          </p:nvPr>
        </p:nvSpPr>
        <p:spPr/>
        <p:txBody>
          <a:bodyPr/>
          <a:lstStyle/>
          <a:p>
            <a:fld id="{3F60DE63-5C97-4D17-AD5B-559BE78F8C6E}" type="datetime2">
              <a:rPr lang="en-US" smtClean="0"/>
              <a:t/>
            </a:fld>
            <a:endParaRPr lang="en-US"/>
          </a:p>
        </p:txBody>
      </p:sp>
      <p:sp>
        <p:nvSpPr>
          <p:cNvPr id="12" name="Slide Number Placeholder 11">
            <a:extLst>
              <a:ext uri="{FF2B5EF4-FFF2-40B4-BE49-F238E27FC236}">
                <a16:creationId xmlns:a16="http://schemas.microsoft.com/office/drawing/2014/main" id="{465A4B81-1CBB-716F-B325-C1ECB6BA2529}"/>
              </a:ext>
            </a:extLst>
          </p:cNvPr>
          <p:cNvSpPr>
            <a:spLocks noGrp="1"/>
          </p:cNvSpPr>
          <p:nvPr>
            <p:ph type="sldNum" sz="quarter" idx="17"/>
          </p:nvPr>
        </p:nvSpPr>
        <p:spPr/>
        <p:txBody>
          <a:bodyPr/>
          <a:lstStyle/>
          <a:p>
            <a:fld id="{CC057153-B650-4DEB-B370-79DDCFDCE934}" type="slidenum">
              <a:rPr lang="en-US" smtClean="0"/>
              <a:pPr/>
              <a:t/>
            </a:fld>
            <a:endParaRPr lang="en-US"/>
          </a:p>
        </p:txBody>
      </p:sp>
    </p:spTree>
    <p:extLst>
      <p:ext uri="{BB962C8B-B14F-4D97-AF65-F5344CB8AC3E}">
        <p14:creationId xmlns:p14="http://schemas.microsoft.com/office/powerpoint/2010/main" val="1755381946"/>
      </p:ext>
    </p:extLst>
  </p:cSld>
  <p:clrMapOvr>
    <a:masterClrMapping/>
  </p:clrMapOvr>
</p:sldLayout>
</file>

<file path=ppt/slideLayouts/slideLayout_80000030_F7866422.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FA70C64-A82F-539E-FA22-E9EDFA88F0CB}"/>
              </a:ext>
              <a:ext uri="{C183D7F6-B498-43B3-948B-1728B52AA6E4}">
                <adec:decorative xmlns:adec="http://schemas.microsoft.com/office/drawing/2017/decorative" val="1"/>
              </a:ext>
            </a:extLst>
          </p:cNvPr>
          <p:cNvSpPr/>
          <p:nvPr/>
        </p:nvSpPr>
        <p:spPr>
          <a:xfrm flipH="1">
            <a:off x="-1" y="0"/>
            <a:ext cx="3076356" cy="6858000"/>
          </a:xfrm>
          <a:prstGeom prst="rect">
            <a:avLst/>
          </a:prstGeom>
          <a:gradFill>
            <a:gsLst>
              <a:gs pos="0">
                <a:srgbClr val="FF907A"/>
              </a:gs>
              <a:gs pos="100000">
                <a:srgbClr val="DA002F">
                  <a:alpha val="85882"/>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B51035-B1FE-075C-1780-50D3B30B2326}"/>
              </a:ext>
              <a:ext uri="{C183D7F6-B498-43B3-948B-1728B52AA6E4}">
                <adec:decorative xmlns:adec="http://schemas.microsoft.com/office/drawing/2017/decorative" val="1"/>
              </a:ext>
            </a:extLst>
          </p:cNvPr>
          <p:cNvSpPr/>
          <p:nvPr/>
        </p:nvSpPr>
        <p:spPr>
          <a:xfrm flipH="1">
            <a:off x="-6" y="-1"/>
            <a:ext cx="3076355" cy="4572001"/>
          </a:xfrm>
          <a:prstGeom prst="rect">
            <a:avLst/>
          </a:prstGeom>
          <a:gradFill>
            <a:gsLst>
              <a:gs pos="26000">
                <a:srgbClr val="FE4A00">
                  <a:alpha val="0"/>
                </a:srgbClr>
              </a:gs>
              <a:gs pos="100000">
                <a:srgbClr val="DA002F">
                  <a:alpha val="65000"/>
                </a:srgb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B1594AB-F53B-583B-B352-D96F6BEA3EAE}"/>
              </a:ext>
              <a:ext uri="{C183D7F6-B498-43B3-948B-1728B52AA6E4}">
                <adec:decorative xmlns:adec="http://schemas.microsoft.com/office/drawing/2017/decorative" val="1"/>
              </a:ext>
            </a:extLst>
          </p:cNvPr>
          <p:cNvSpPr/>
          <p:nvPr/>
        </p:nvSpPr>
        <p:spPr>
          <a:xfrm rot="5400000" flipH="1">
            <a:off x="-1890835" y="1890822"/>
            <a:ext cx="6858001" cy="3076355"/>
          </a:xfrm>
          <a:prstGeom prst="rect">
            <a:avLst/>
          </a:prstGeom>
          <a:gradFill>
            <a:gsLst>
              <a:gs pos="2000">
                <a:srgbClr val="9B3597"/>
              </a:gs>
              <a:gs pos="60000">
                <a:srgbClr val="D861D4">
                  <a:alpha val="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516DC94B-3BDB-1A55-CF02-E0ACF543DF06}"/>
              </a:ext>
              <a:ext uri="{C183D7F6-B498-43B3-948B-1728B52AA6E4}">
                <adec:decorative xmlns:adec="http://schemas.microsoft.com/office/drawing/2017/decorative" val="1"/>
              </a:ext>
            </a:extLst>
          </p:cNvPr>
          <p:cNvSpPr/>
          <p:nvPr/>
        </p:nvSpPr>
        <p:spPr>
          <a:xfrm rot="10800000">
            <a:off x="-25" y="875999"/>
            <a:ext cx="2609262" cy="4648800"/>
          </a:xfrm>
          <a:custGeom>
            <a:avLst/>
            <a:gdLst>
              <a:gd name="connsiteX0" fmla="*/ 2324400 w 2609262"/>
              <a:gd name="connsiteY0" fmla="*/ 4648800 h 4648800"/>
              <a:gd name="connsiteX1" fmla="*/ 0 w 2609262"/>
              <a:gd name="connsiteY1" fmla="*/ 2324400 h 4648800"/>
              <a:gd name="connsiteX2" fmla="*/ 2324400 w 2609262"/>
              <a:gd name="connsiteY2" fmla="*/ 0 h 4648800"/>
              <a:gd name="connsiteX3" fmla="*/ 2562056 w 2609262"/>
              <a:gd name="connsiteY3" fmla="*/ 12001 h 4648800"/>
              <a:gd name="connsiteX4" fmla="*/ 2609262 w 2609262"/>
              <a:gd name="connsiteY4" fmla="*/ 19205 h 4648800"/>
              <a:gd name="connsiteX5" fmla="*/ 2609262 w 2609262"/>
              <a:gd name="connsiteY5" fmla="*/ 4629595 h 4648800"/>
              <a:gd name="connsiteX6" fmla="*/ 2562056 w 2609262"/>
              <a:gd name="connsiteY6" fmla="*/ 4636799 h 4648800"/>
              <a:gd name="connsiteX7" fmla="*/ 2324400 w 2609262"/>
              <a:gd name="connsiteY7" fmla="*/ 4648800 h 4648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09262" h="4648800">
                <a:moveTo>
                  <a:pt x="2324400" y="4648800"/>
                </a:moveTo>
                <a:cubicBezTo>
                  <a:pt x="1040669" y="4648800"/>
                  <a:pt x="0" y="3608131"/>
                  <a:pt x="0" y="2324400"/>
                </a:cubicBezTo>
                <a:cubicBezTo>
                  <a:pt x="0" y="1040669"/>
                  <a:pt x="1040669" y="0"/>
                  <a:pt x="2324400" y="0"/>
                </a:cubicBezTo>
                <a:cubicBezTo>
                  <a:pt x="2404633" y="0"/>
                  <a:pt x="2483917" y="4065"/>
                  <a:pt x="2562056" y="12001"/>
                </a:cubicBezTo>
                <a:lnTo>
                  <a:pt x="2609262" y="19205"/>
                </a:lnTo>
                <a:lnTo>
                  <a:pt x="2609262" y="4629595"/>
                </a:lnTo>
                <a:lnTo>
                  <a:pt x="2562056" y="4636799"/>
                </a:lnTo>
                <a:cubicBezTo>
                  <a:pt x="2483917" y="4644735"/>
                  <a:pt x="2404633" y="4648800"/>
                  <a:pt x="2324400" y="4648800"/>
                </a:cubicBezTo>
                <a:close/>
              </a:path>
            </a:pathLst>
          </a:custGeom>
          <a:gradFill>
            <a:gsLst>
              <a:gs pos="31000">
                <a:srgbClr val="FF907A">
                  <a:alpha val="0"/>
                </a:srgbClr>
              </a:gs>
              <a:gs pos="85000">
                <a:srgbClr val="FFBCAF">
                  <a:alpha val="12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3897458" y="731520"/>
            <a:ext cx="6794097" cy="5559552"/>
          </a:xfrm>
        </p:spPr>
        <p:txBody>
          <a:bodyPr anchor="ctr">
            <a:normAutofit/>
          </a:bodyPr>
          <a:lstStyle>
            <a:lvl1pPr marL="0" indent="0">
              <a:lnSpc>
                <a:spcPct val="100000"/>
              </a:lnSpc>
              <a:buNone/>
              <a:defRPr sz="4800" b="1">
                <a:latin typeface="+mj-lt"/>
              </a:defRPr>
            </a:lvl1pPr>
            <a:lvl2pPr marL="228600" indent="0">
              <a:lnSpc>
                <a:spcPct val="100000"/>
              </a:lnSpc>
              <a:buNone/>
              <a:defRPr sz="4400" b="1">
                <a:latin typeface="+mj-lt"/>
              </a:defRPr>
            </a:lvl2pPr>
            <a:lvl3pPr marL="457200" indent="0">
              <a:lnSpc>
                <a:spcPct val="100000"/>
              </a:lnSpc>
              <a:buNone/>
              <a:defRPr sz="4000" b="1">
                <a:latin typeface="+mj-lt"/>
              </a:defRPr>
            </a:lvl3pPr>
            <a:lvl4pPr marL="685800" indent="0">
              <a:lnSpc>
                <a:spcPct val="100000"/>
              </a:lnSpc>
              <a:buNone/>
              <a:defRPr sz="3600" b="1">
                <a:latin typeface="+mj-lt"/>
              </a:defRPr>
            </a:lvl4pPr>
            <a:lvl5pPr marL="914400" indent="0">
              <a:lnSpc>
                <a:spcPct val="100000"/>
              </a:lnSpc>
              <a:buNone/>
              <a:defRPr sz="3200" b="1">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D599FD6B-A98A-41CE-AE80-E9BFC922155F}" type="datetime2">
              <a:rPr lang="en-US" smtClean="0"/>
              <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4152779810"/>
      </p:ext>
    </p:extLst>
  </p:cSld>
  <p:clrMapOvr>
    <a:masterClrMapping/>
  </p:clrMapOvr>
</p:sldLayout>
</file>

<file path=ppt/slideLayouts/slideLayout_80000031_B3103A5.xml><?xml version="1.0" encoding="utf-8"?>
<p:sldLayout xmlns:a="http://schemas.openxmlformats.org/drawingml/2006/main" xmlns:r="http://schemas.openxmlformats.org/officeDocument/2006/relationships" xmlns:p="http://schemas.openxmlformats.org/presentationml/2006/main">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731520" y="978408"/>
            <a:ext cx="10177272" cy="4837176"/>
          </a:xfrm>
        </p:spPr>
        <p:txBody>
          <a:bodyPr anchor="b">
            <a:normAutofit/>
          </a:bodyPr>
          <a:lstStyle>
            <a:lvl1pPr marL="0" indent="0">
              <a:lnSpc>
                <a:spcPct val="110000"/>
              </a:lnSpc>
              <a:buNone/>
              <a:defRPr sz="4800" b="1" cap="none" spc="100" baseline="0">
                <a:latin typeface="+mj-lt"/>
              </a:defRPr>
            </a:lvl1pPr>
            <a:lvl2pPr marL="228600" indent="0">
              <a:lnSpc>
                <a:spcPct val="110000"/>
              </a:lnSpc>
              <a:buNone/>
              <a:defRPr sz="4000" b="1" cap="none" spc="100" baseline="0">
                <a:latin typeface="+mj-lt"/>
              </a:defRPr>
            </a:lvl2pPr>
            <a:lvl3pPr marL="457200" indent="0">
              <a:lnSpc>
                <a:spcPct val="110000"/>
              </a:lnSpc>
              <a:buNone/>
              <a:defRPr sz="3600" b="1" cap="none" spc="100" baseline="0">
                <a:latin typeface="+mj-lt"/>
              </a:defRPr>
            </a:lvl3pPr>
            <a:lvl4pPr marL="685800" indent="0">
              <a:lnSpc>
                <a:spcPct val="110000"/>
              </a:lnSpc>
              <a:buNone/>
              <a:defRPr sz="3200" b="1" cap="none" spc="100" baseline="0">
                <a:latin typeface="+mj-lt"/>
              </a:defRPr>
            </a:lvl4pPr>
            <a:lvl5pPr marL="914400" indent="0">
              <a:lnSpc>
                <a:spcPct val="110000"/>
              </a:lnSpc>
              <a:buNone/>
              <a:defRPr sz="2800" b="1" cap="none" spc="100" baseline="0">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E952A27B-DA16-4786-8944-4B1CF34905EE}" type="datetime2">
              <a:rPr lang="en-US" smtClean="0"/>
              <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
            </a:fld>
            <a:endParaRPr lang="en-US"/>
          </a:p>
        </p:txBody>
      </p:sp>
    </p:spTree>
    <p:extLst>
      <p:ext uri="{BB962C8B-B14F-4D97-AF65-F5344CB8AC3E}">
        <p14:creationId xmlns:p14="http://schemas.microsoft.com/office/powerpoint/2010/main" val="187761573"/>
      </p:ext>
    </p:extLst>
  </p:cSld>
  <p:clrMapOvr>
    <a:masterClrMapping/>
  </p:clrMapOvr>
</p:sldLayout>
</file>

<file path=ppt/slideLayouts/slideLayout_80000032_8277235.xml><?xml version="1.0" encoding="utf-8"?>
<p:sldLayout xmlns:a="http://schemas.openxmlformats.org/drawingml/2006/main" xmlns:r="http://schemas.openxmlformats.org/officeDocument/2006/relationships" xmlns:p="http://schemas.openxmlformats.org/presentationml/2006/main" showMasterSp="0" preserve="1">
  <p:cSld name="Statement 3">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909A4D1-63C5-2E23-5C6B-F8AF94782183}"/>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Neue Haas Grotesk Text Pro"/>
              <a:ea typeface="+mn-ea"/>
              <a:cs typeface="+mn-cs"/>
            </a:endParaRPr>
          </a:p>
        </p:txBody>
      </p:sp>
      <p:grpSp>
        <p:nvGrpSpPr>
          <p:cNvPr id="8" name="Group 7">
            <a:extLst>
              <a:ext uri="{FF2B5EF4-FFF2-40B4-BE49-F238E27FC236}">
                <a16:creationId xmlns:a16="http://schemas.microsoft.com/office/drawing/2014/main" id="{42070271-1317-4457-72C3-9560AF9D7416}"/>
              </a:ext>
              <a:ext uri="{C183D7F6-B498-43B3-948B-1728B52AA6E4}">
                <adec:decorative xmlns:adec="http://schemas.microsoft.com/office/drawing/2017/decorative" val="1"/>
              </a:ext>
            </a:extLst>
          </p:cNvPr>
          <p:cNvGrpSpPr/>
          <p:nvPr/>
        </p:nvGrpSpPr>
        <p:grpSpPr>
          <a:xfrm flipH="1" flipV="1">
            <a:off x="-12756" y="2522"/>
            <a:ext cx="12217513" cy="6863044"/>
            <a:chOff x="585170" y="-169430"/>
            <a:chExt cx="12217513" cy="6863044"/>
          </a:xfrm>
        </p:grpSpPr>
        <p:sp>
          <p:nvSpPr>
            <p:cNvPr id="9" name="Rectangle 8">
              <a:extLst>
                <a:ext uri="{FF2B5EF4-FFF2-40B4-BE49-F238E27FC236}">
                  <a16:creationId xmlns:a16="http://schemas.microsoft.com/office/drawing/2014/main" id="{A3EA2358-7C35-E7F3-E8C3-3D28909E4016}"/>
                </a:ext>
              </a:extLst>
            </p:cNvPr>
            <p:cNvSpPr/>
            <p:nvPr/>
          </p:nvSpPr>
          <p:spPr>
            <a:xfrm>
              <a:off x="585170" y="-169430"/>
              <a:ext cx="12217513" cy="6860523"/>
            </a:xfrm>
            <a:prstGeom prst="rect">
              <a:avLst/>
            </a:prstGeom>
            <a:gradFill>
              <a:gsLst>
                <a:gs pos="0">
                  <a:srgbClr val="FF411C">
                    <a:alpha val="66000"/>
                  </a:srgbClr>
                </a:gs>
                <a:gs pos="99000">
                  <a:srgbClr val="962077"/>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0" name="Rectangle 9">
              <a:extLst>
                <a:ext uri="{FF2B5EF4-FFF2-40B4-BE49-F238E27FC236}">
                  <a16:creationId xmlns:a16="http://schemas.microsoft.com/office/drawing/2014/main" id="{8E347F1A-F45E-1DB5-00F2-8254D6979D46}"/>
                </a:ext>
              </a:extLst>
            </p:cNvPr>
            <p:cNvSpPr/>
            <p:nvPr/>
          </p:nvSpPr>
          <p:spPr>
            <a:xfrm rot="10800000" flipH="1">
              <a:off x="585170" y="-169430"/>
              <a:ext cx="12203060" cy="6863044"/>
            </a:xfrm>
            <a:prstGeom prst="rect">
              <a:avLst/>
            </a:prstGeom>
            <a:gradFill>
              <a:gsLst>
                <a:gs pos="0">
                  <a:srgbClr val="FA0036">
                    <a:alpha val="3922"/>
                  </a:srgbClr>
                </a:gs>
                <a:gs pos="99000">
                  <a:srgbClr val="92248E">
                    <a:alpha val="97647"/>
                  </a:srgb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B4CF8B62-DFD0-EBF8-5BB9-282EB5B6124B}"/>
                </a:ext>
              </a:extLst>
            </p:cNvPr>
            <p:cNvSpPr/>
            <p:nvPr/>
          </p:nvSpPr>
          <p:spPr>
            <a:xfrm rot="5400000" flipH="1">
              <a:off x="5550927" y="-5130142"/>
              <a:ext cx="2286000" cy="12217513"/>
            </a:xfrm>
            <a:prstGeom prst="rect">
              <a:avLst/>
            </a:prstGeom>
            <a:gradFill>
              <a:gsLst>
                <a:gs pos="20000">
                  <a:srgbClr val="D861D4">
                    <a:alpha val="0"/>
                  </a:srgbClr>
                </a:gs>
                <a:gs pos="100000">
                  <a:srgbClr val="FF7037">
                    <a:alpha val="66000"/>
                  </a:srgb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3EBCED88-F67D-F1DB-27DB-72BF0D6DDBFF}"/>
                </a:ext>
              </a:extLst>
            </p:cNvPr>
            <p:cNvSpPr/>
            <p:nvPr/>
          </p:nvSpPr>
          <p:spPr>
            <a:xfrm rot="16200000">
              <a:off x="-1313867" y="1732127"/>
              <a:ext cx="6860522" cy="3062447"/>
            </a:xfrm>
            <a:prstGeom prst="rect">
              <a:avLst/>
            </a:prstGeom>
            <a:gradFill>
              <a:gsLst>
                <a:gs pos="0">
                  <a:srgbClr val="FA0036">
                    <a:alpha val="31000"/>
                  </a:srgbClr>
                </a:gs>
                <a:gs pos="43000">
                  <a:srgbClr val="FF907A">
                    <a:alpha val="16000"/>
                  </a:srgb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pSp>
      <p:sp>
        <p:nvSpPr>
          <p:cNvPr id="14" name="Freeform: Shape 13">
            <a:extLst>
              <a:ext uri="{FF2B5EF4-FFF2-40B4-BE49-F238E27FC236}">
                <a16:creationId xmlns:a16="http://schemas.microsoft.com/office/drawing/2014/main" id="{D6EBBFD2-5112-E929-5402-0348DC2938AB}"/>
              </a:ext>
              <a:ext uri="{C183D7F6-B498-43B3-948B-1728B52AA6E4}">
                <adec:decorative xmlns:adec="http://schemas.microsoft.com/office/drawing/2017/decorative" val="1"/>
              </a:ext>
            </a:extLst>
          </p:cNvPr>
          <p:cNvSpPr/>
          <p:nvPr/>
        </p:nvSpPr>
        <p:spPr>
          <a:xfrm rot="12508972">
            <a:off x="5465204" y="1877618"/>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41000">
                <a:srgbClr val="FF907A">
                  <a:alpha val="0"/>
                </a:srgbClr>
              </a:gs>
              <a:gs pos="100000">
                <a:srgbClr val="FFBCAF">
                  <a:alpha val="33000"/>
                </a:srgbClr>
              </a:gs>
            </a:gsLst>
            <a:lin ang="12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Rectangle 12">
            <a:extLst>
              <a:ext uri="{FF2B5EF4-FFF2-40B4-BE49-F238E27FC236}">
                <a16:creationId xmlns:a16="http://schemas.microsoft.com/office/drawing/2014/main" id="{7069311F-FD36-C119-8B93-522F477634FB}"/>
              </a:ext>
              <a:ext uri="{C183D7F6-B498-43B3-948B-1728B52AA6E4}">
                <adec:decorative xmlns:adec="http://schemas.microsoft.com/office/drawing/2017/decorative" val="1"/>
              </a:ext>
            </a:extLst>
          </p:cNvPr>
          <p:cNvSpPr/>
          <p:nvPr/>
        </p:nvSpPr>
        <p:spPr>
          <a:xfrm flipV="1">
            <a:off x="-18286" y="-5046"/>
            <a:ext cx="12221346" cy="50949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731519" y="731520"/>
            <a:ext cx="9181224" cy="3806425"/>
          </a:xfrm>
        </p:spPr>
        <p:txBody>
          <a:bodyPr anchor="t">
            <a:normAutofit/>
          </a:bodyPr>
          <a:lstStyle>
            <a:lvl1pPr marL="0" indent="0">
              <a:lnSpc>
                <a:spcPct val="110000"/>
              </a:lnSpc>
              <a:buNone/>
              <a:defRPr sz="4600" b="1" cap="none" spc="100" baseline="0">
                <a:latin typeface="+mj-lt"/>
              </a:defRPr>
            </a:lvl1pPr>
            <a:lvl2pPr marL="228600" indent="0">
              <a:lnSpc>
                <a:spcPct val="110000"/>
              </a:lnSpc>
              <a:buNone/>
              <a:defRPr sz="3600" b="1" cap="none" spc="100" baseline="0">
                <a:latin typeface="+mj-lt"/>
              </a:defRPr>
            </a:lvl2pPr>
            <a:lvl3pPr marL="457200" indent="0">
              <a:lnSpc>
                <a:spcPct val="110000"/>
              </a:lnSpc>
              <a:buNone/>
              <a:defRPr sz="3200" b="1" cap="none" spc="100" baseline="0">
                <a:latin typeface="+mj-lt"/>
              </a:defRPr>
            </a:lvl3pPr>
            <a:lvl4pPr marL="685800" indent="0">
              <a:lnSpc>
                <a:spcPct val="110000"/>
              </a:lnSpc>
              <a:buNone/>
              <a:defRPr sz="2800" b="1" cap="none" spc="100" baseline="0">
                <a:latin typeface="+mj-lt"/>
              </a:defRPr>
            </a:lvl4pPr>
            <a:lvl5pPr marL="914400" indent="0">
              <a:lnSpc>
                <a:spcPct val="110000"/>
              </a:lnSpc>
              <a:buNone/>
              <a:defRPr sz="2400" b="1" cap="none" spc="100" baseline="0">
                <a:latin typeface="+mj-lt"/>
              </a:defRPr>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9C5DA190-1DE0-42AE-81F7-BAE9BB470D89}" type="datetime2">
              <a:rPr lang="en-US" smtClean="0"/>
              <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smtClean="0"/>
              <a:pPr/>
              <a:t/>
            </a:fld>
            <a:endParaRPr lang="en-US"/>
          </a:p>
        </p:txBody>
      </p:sp>
    </p:spTree>
    <p:extLst>
      <p:ext uri="{BB962C8B-B14F-4D97-AF65-F5344CB8AC3E}">
        <p14:creationId xmlns:p14="http://schemas.microsoft.com/office/powerpoint/2010/main" val="136802869"/>
      </p:ext>
    </p:extLst>
  </p:cSld>
  <p:clrMapOvr>
    <a:masterClrMapping/>
  </p:clrMapOvr>
</p:sldLayout>
</file>

<file path=ppt/slideLayouts/slideLayout_80000033_F6CC75B9.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6C6A6A9-A341-BF9D-FA80-3868D42AC72B}"/>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0C59BFB5-5C25-0FCB-27C7-A478767CACAC}"/>
              </a:ext>
              <a:ext uri="{C183D7F6-B498-43B3-948B-1728B52AA6E4}">
                <adec:decorative xmlns:adec="http://schemas.microsoft.com/office/drawing/2017/decorative" val="1"/>
              </a:ext>
            </a:extLst>
          </p:cNvPr>
          <p:cNvSpPr/>
          <p:nvPr/>
        </p:nvSpPr>
        <p:spPr>
          <a:xfrm>
            <a:off x="1009651" y="1028701"/>
            <a:ext cx="10172700" cy="48005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BB5F22C-2988-B6EC-AA0B-D03BCA1A0B45}"/>
              </a:ext>
              <a:ext uri="{C183D7F6-B498-43B3-948B-1728B52AA6E4}">
                <adec:decorative xmlns:adec="http://schemas.microsoft.com/office/drawing/2017/decorative" val="1"/>
              </a:ext>
            </a:extLst>
          </p:cNvPr>
          <p:cNvSpPr/>
          <p:nvPr/>
        </p:nvSpPr>
        <p:spPr>
          <a:xfrm rot="10800000" flipH="1">
            <a:off x="1009651" y="4853253"/>
            <a:ext cx="10172700" cy="976045"/>
          </a:xfrm>
          <a:prstGeom prst="rect">
            <a:avLst/>
          </a:prstGeom>
          <a:gradFill>
            <a:gsLst>
              <a:gs pos="0">
                <a:srgbClr val="FE4A00">
                  <a:alpha val="66667"/>
                </a:srgbClr>
              </a:gs>
              <a:gs pos="100000">
                <a:srgbClr val="9C2C97"/>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F509EC5E-5DB0-5907-06E8-B18F1AE29144}"/>
              </a:ext>
              <a:ext uri="{C183D7F6-B498-43B3-948B-1728B52AA6E4}">
                <adec:decorative xmlns:adec="http://schemas.microsoft.com/office/drawing/2017/decorative" val="1"/>
              </a:ext>
            </a:extLst>
          </p:cNvPr>
          <p:cNvSpPr/>
          <p:nvPr/>
        </p:nvSpPr>
        <p:spPr>
          <a:xfrm flipH="1">
            <a:off x="1009648" y="4853256"/>
            <a:ext cx="7105652" cy="976043"/>
          </a:xfrm>
          <a:prstGeom prst="rect">
            <a:avLst/>
          </a:prstGeom>
          <a:gradFill>
            <a:gsLst>
              <a:gs pos="0">
                <a:srgbClr val="FF6753">
                  <a:alpha val="0"/>
                </a:srgbClr>
              </a:gs>
              <a:gs pos="99000">
                <a:srgbClr val="D6002E">
                  <a:alpha val="44000"/>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1499616" y="5020056"/>
            <a:ext cx="9198864" cy="649224"/>
          </a:xfrm>
        </p:spPr>
        <p:txBody>
          <a:bodyPr anchor="ctr">
            <a:normAutofit/>
          </a:bodyPr>
          <a:lstStyle>
            <a:lvl1pPr algn="ctr">
              <a:lnSpc>
                <a:spcPct val="120000"/>
              </a:lnSpc>
              <a:defRPr sz="1600" b="1" cap="all" spc="400" baseline="0">
                <a:solidFill>
                  <a:schemeClr val="bg1"/>
                </a:solidFill>
                <a:latin typeface="+mn-lt"/>
              </a:defRPr>
            </a:lvl1pPr>
          </a:lstStyle>
          <a:p>
            <a:r>
              <a:rPr lang="en-US"/>
              <a:t>Quote Author</a:t>
            </a:r>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p>
            <a:r>
              <a:rPr lang="en-US"/>
              <a:t>Sample Footer Text</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2020824" y="1737360"/>
            <a:ext cx="8156448" cy="2569464"/>
          </a:xfrm>
        </p:spPr>
        <p:txBody>
          <a:bodyPr anchor="ctr">
            <a:normAutofit/>
          </a:bodyPr>
          <a:lstStyle>
            <a:lvl1pPr marL="0" indent="0" algn="ctr">
              <a:lnSpc>
                <a:spcPct val="110000"/>
              </a:lnSpc>
              <a:buNone/>
              <a:defRPr sz="3500">
                <a:latin typeface="+mj-lt"/>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tx1"/>
                </a:solidFill>
              </a:defRPr>
            </a:lvl1pPr>
          </a:lstStyle>
          <a:p>
            <a:fld id="{2100A192-F923-4AB4-BDCC-6ACB26A0AAAE}" type="datetime2">
              <a:rPr lang="en-US" smtClean="0"/>
              <a:t/>
            </a:fld>
            <a:endParaRPr lang="en-US"/>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4140594617"/>
      </p:ext>
    </p:extLst>
  </p:cSld>
  <p:clrMapOvr>
    <a:masterClrMapping/>
  </p:clrMapOvr>
</p:sldLayout>
</file>

<file path=ppt/slideLayouts/slideLayout_80000034_39253CFA.xml><?xml version="1.0" encoding="utf-8"?>
<p:sldLayout xmlns:a="http://schemas.openxmlformats.org/drawingml/2006/main" xmlns:r="http://schemas.openxmlformats.org/officeDocument/2006/relationships" xmlns:p="http://schemas.openxmlformats.org/presentationml/2006/main" showMasterSp="0" preserve="1">
  <p:cSld name="Quote 2">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BF513F4-C880-287E-B00A-BD9B413CBEEB}"/>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4" name="Rectangle 3">
            <a:extLst>
              <a:ext uri="{FF2B5EF4-FFF2-40B4-BE49-F238E27FC236}">
                <a16:creationId xmlns:a16="http://schemas.microsoft.com/office/drawing/2014/main" id="{9B08A6AB-C3A8-7501-6BC6-83CFA6C0F9A3}"/>
              </a:ext>
              <a:ext uri="{C183D7F6-B498-43B3-948B-1728B52AA6E4}">
                <adec:decorative xmlns:adec="http://schemas.microsoft.com/office/drawing/2017/decorative" val="1"/>
              </a:ext>
            </a:extLst>
          </p:cNvPr>
          <p:cNvSpPr/>
          <p:nvPr/>
        </p:nvSpPr>
        <p:spPr>
          <a:xfrm>
            <a:off x="1009651" y="1028698"/>
            <a:ext cx="10172706" cy="4800601"/>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73F9668-0C20-D45C-536B-66FBB7F30C45}"/>
              </a:ext>
              <a:ext uri="{C183D7F6-B498-43B3-948B-1728B52AA6E4}">
                <adec:decorative xmlns:adec="http://schemas.microsoft.com/office/drawing/2017/decorative" val="1"/>
              </a:ext>
            </a:extLst>
          </p:cNvPr>
          <p:cNvSpPr/>
          <p:nvPr/>
        </p:nvSpPr>
        <p:spPr>
          <a:xfrm flipH="1">
            <a:off x="1009649" y="1028699"/>
            <a:ext cx="10174534" cy="4800598"/>
          </a:xfrm>
          <a:prstGeom prst="rect">
            <a:avLst/>
          </a:prstGeom>
          <a:gradFill>
            <a:gsLst>
              <a:gs pos="9000">
                <a:srgbClr val="FF9265"/>
              </a:gs>
              <a:gs pos="95000">
                <a:srgbClr val="DA002F">
                  <a:alpha val="7900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8C2C855-B15C-090B-5493-3D36B8A52654}"/>
              </a:ext>
              <a:ext uri="{C183D7F6-B498-43B3-948B-1728B52AA6E4}">
                <adec:decorative xmlns:adec="http://schemas.microsoft.com/office/drawing/2017/decorative" val="1"/>
              </a:ext>
            </a:extLst>
          </p:cNvPr>
          <p:cNvSpPr/>
          <p:nvPr/>
        </p:nvSpPr>
        <p:spPr>
          <a:xfrm rot="10800000" flipH="1">
            <a:off x="1005991" y="4421079"/>
            <a:ext cx="10176358" cy="1408215"/>
          </a:xfrm>
          <a:prstGeom prst="rect">
            <a:avLst/>
          </a:prstGeom>
          <a:gradFill>
            <a:gsLst>
              <a:gs pos="26000">
                <a:srgbClr val="BA0267">
                  <a:alpha val="0"/>
                </a:srgbClr>
              </a:gs>
              <a:gs pos="95000">
                <a:srgbClr val="9B3597">
                  <a:alpha val="62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981CB20-1010-8C73-0086-CAB904E4B99D}"/>
              </a:ext>
              <a:ext uri="{C183D7F6-B498-43B3-948B-1728B52AA6E4}">
                <adec:decorative xmlns:adec="http://schemas.microsoft.com/office/drawing/2017/decorative" val="1"/>
              </a:ext>
            </a:extLst>
          </p:cNvPr>
          <p:cNvSpPr/>
          <p:nvPr/>
        </p:nvSpPr>
        <p:spPr>
          <a:xfrm rot="5400000" flipH="1">
            <a:off x="3568444" y="-1531928"/>
            <a:ext cx="4800598" cy="9921854"/>
          </a:xfrm>
          <a:prstGeom prst="rect">
            <a:avLst/>
          </a:prstGeom>
          <a:gradFill>
            <a:gsLst>
              <a:gs pos="22000">
                <a:srgbClr val="A60296">
                  <a:alpha val="49000"/>
                </a:srgbClr>
              </a:gs>
              <a:gs pos="99000">
                <a:srgbClr val="DA002F">
                  <a:alpha val="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1792224" y="4736592"/>
            <a:ext cx="8349303" cy="795528"/>
          </a:xfrm>
        </p:spPr>
        <p:txBody>
          <a:bodyPr vert="horz" lIns="91440" tIns="45720" rIns="91440" bIns="45720" rtlCol="0" anchor="ctr">
            <a:normAutofit/>
          </a:bodyPr>
          <a:lstStyle>
            <a:lvl1pPr>
              <a:lnSpc>
                <a:spcPct val="120000"/>
              </a:lnSpc>
              <a:defRPr lang="en-US" sz="2200" cap="all" spc="400" baseline="0" dirty="0">
                <a:solidFill>
                  <a:schemeClr val="tx1"/>
                </a:solidFill>
              </a:defRPr>
            </a:lvl1pPr>
          </a:lstStyle>
          <a:p>
            <a:pPr lvl="0"/>
            <a:r>
              <a:rPr lang="en-US"/>
              <a:t>Quote Author</a:t>
            </a:r>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lvl1pPr>
              <a:defRPr>
                <a:solidFill>
                  <a:schemeClr val="bg1"/>
                </a:solidFill>
              </a:defRPr>
            </a:lvl1pPr>
          </a:lstStyle>
          <a:p>
            <a:r>
              <a:rPr lang="en-US"/>
              <a:t>Sample Footer Text</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1655064" y="1481328"/>
            <a:ext cx="8001000" cy="2752344"/>
          </a:xfrm>
        </p:spPr>
        <p:txBody>
          <a:bodyPr vert="horz" lIns="91440" tIns="45720" rIns="91440" bIns="45720" rtlCol="0" anchor="ctr">
            <a:normAutofit/>
          </a:bodyPr>
          <a:lstStyle>
            <a:lvl1pPr marL="128016" indent="-137160">
              <a:lnSpc>
                <a:spcPct val="110000"/>
              </a:lnSpc>
              <a:buNone/>
              <a:defRPr lang="en-US" sz="3200" dirty="0">
                <a:solidFill>
                  <a:schemeClr val="tx1"/>
                </a:solidFill>
                <a:latin typeface="+mj-lt"/>
              </a:defRPr>
            </a:lvl1pPr>
          </a:lstStyle>
          <a:p>
            <a:pPr lvl="0"/>
            <a:r>
              <a:rPr lang="en-US"/>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bg1"/>
                </a:solidFill>
              </a:defRPr>
            </a:lvl1pPr>
          </a:lstStyle>
          <a:p>
            <a:fld id="{F3769460-8E62-40CA-83A8-CB830C3D7F18}" type="datetime2">
              <a:rPr lang="en-US" smtClean="0"/>
              <a:t/>
            </a:fld>
            <a:endParaRPr lang="en-US"/>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bg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958741754"/>
      </p:ext>
    </p:extLst>
  </p:cSld>
  <p:clrMapOvr>
    <a:overrideClrMapping bg1="dk1" tx1="lt1" bg2="dk2" tx2="lt2" accent1="accent1" accent2="accent2" accent3="accent3" accent4="accent4" accent5="accent5" accent6="accent6" hlink="hlink" folHlink="folHlink"/>
  </p:clrMapOvr>
</p:sldLayout>
</file>

<file path=ppt/slideLayouts/slideLayout_80000035_E62208F8.xml><?xml version="1.0" encoding="utf-8"?>
<p:sldLayout xmlns:a="http://schemas.openxmlformats.org/drawingml/2006/main" xmlns:r="http://schemas.openxmlformats.org/officeDocument/2006/relationships" xmlns:p="http://schemas.openxmlformats.org/presentationml/2006/main" showMasterSp="0" preserve="1">
  <p:cSld name="Quote 3">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69A9201-705F-55B6-3F46-D68411A32E2A}"/>
              </a:ext>
              <a:ext uri="{C183D7F6-B498-43B3-948B-1728B52AA6E4}">
                <adec:decorative xmlns:adec="http://schemas.microsoft.com/office/drawing/2017/decorative" val="1"/>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E4BBA50-2898-3426-D749-CD2833395810}"/>
              </a:ext>
              <a:ext uri="{C183D7F6-B498-43B3-948B-1728B52AA6E4}">
                <adec:decorative xmlns:adec="http://schemas.microsoft.com/office/drawing/2017/decorative" val="1"/>
              </a:ext>
            </a:extLst>
          </p:cNvPr>
          <p:cNvSpPr/>
          <p:nvPr/>
        </p:nvSpPr>
        <p:spPr>
          <a:xfrm>
            <a:off x="1009651" y="1028701"/>
            <a:ext cx="10172700" cy="4800598"/>
          </a:xfrm>
          <a:prstGeom prst="rect">
            <a:avLst/>
          </a:prstGeom>
          <a:solidFill>
            <a:schemeClr val="bg1"/>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D6BEDF5-EA71-E3BD-29EA-A8A58B1227EE}"/>
              </a:ext>
              <a:ext uri="{C183D7F6-B498-43B3-948B-1728B52AA6E4}">
                <adec:decorative xmlns:adec="http://schemas.microsoft.com/office/drawing/2017/decorative" val="1"/>
              </a:ext>
            </a:extLst>
          </p:cNvPr>
          <p:cNvSpPr/>
          <p:nvPr/>
        </p:nvSpPr>
        <p:spPr>
          <a:xfrm flipH="1">
            <a:off x="8115303" y="1028698"/>
            <a:ext cx="3086100" cy="4800599"/>
          </a:xfrm>
          <a:prstGeom prst="rect">
            <a:avLst/>
          </a:prstGeom>
          <a:gradFill>
            <a:gsLst>
              <a:gs pos="0">
                <a:srgbClr val="FE4A00">
                  <a:alpha val="81000"/>
                </a:srgbClr>
              </a:gs>
              <a:gs pos="100000">
                <a:srgbClr val="9C2C97"/>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2ABA6F75-CEBF-CDAC-9F4B-3C794F813211}"/>
              </a:ext>
              <a:ext uri="{C183D7F6-B498-43B3-948B-1728B52AA6E4}">
                <adec:decorative xmlns:adec="http://schemas.microsoft.com/office/drawing/2017/decorative" val="1"/>
              </a:ext>
            </a:extLst>
          </p:cNvPr>
          <p:cNvSpPr/>
          <p:nvPr/>
        </p:nvSpPr>
        <p:spPr>
          <a:xfrm rot="10800000" flipH="1">
            <a:off x="8124832" y="1028696"/>
            <a:ext cx="3076572" cy="3584648"/>
          </a:xfrm>
          <a:prstGeom prst="rect">
            <a:avLst/>
          </a:prstGeom>
          <a:gradFill>
            <a:gsLst>
              <a:gs pos="0">
                <a:srgbClr val="FF6753">
                  <a:alpha val="0"/>
                </a:srgbClr>
              </a:gs>
              <a:gs pos="99000">
                <a:srgbClr val="D6002E">
                  <a:alpha val="44000"/>
                </a:srgb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3E11148C-8DD9-6154-C68C-8F67AD965837}"/>
              </a:ext>
            </a:extLst>
          </p:cNvPr>
          <p:cNvSpPr>
            <a:spLocks noGrp="1"/>
          </p:cNvSpPr>
          <p:nvPr>
            <p:ph type="title" hasCustomPrompt="1"/>
          </p:nvPr>
        </p:nvSpPr>
        <p:spPr>
          <a:xfrm>
            <a:off x="8531352" y="1792224"/>
            <a:ext cx="2322576" cy="3465576"/>
          </a:xfrm>
        </p:spPr>
        <p:txBody>
          <a:bodyPr anchor="ctr">
            <a:normAutofit/>
          </a:bodyPr>
          <a:lstStyle>
            <a:lvl1pPr algn="ctr">
              <a:lnSpc>
                <a:spcPct val="120000"/>
              </a:lnSpc>
              <a:defRPr sz="1600" b="0" cap="all" spc="400" baseline="0">
                <a:solidFill>
                  <a:schemeClr val="bg1"/>
                </a:solidFill>
                <a:latin typeface="+mn-lt"/>
              </a:defRPr>
            </a:lvl1pPr>
          </a:lstStyle>
          <a:p>
            <a:r>
              <a:rPr lang="en-US"/>
              <a:t>Quote Author</a:t>
            </a:r>
          </a:p>
        </p:txBody>
      </p:sp>
      <p:sp>
        <p:nvSpPr>
          <p:cNvPr id="13" name="Footer Placeholder 12">
            <a:extLst>
              <a:ext uri="{FF2B5EF4-FFF2-40B4-BE49-F238E27FC236}">
                <a16:creationId xmlns:a16="http://schemas.microsoft.com/office/drawing/2014/main" id="{A98F5A93-8140-CBD8-D340-993817719AED}"/>
              </a:ext>
            </a:extLst>
          </p:cNvPr>
          <p:cNvSpPr>
            <a:spLocks noGrp="1"/>
          </p:cNvSpPr>
          <p:nvPr>
            <p:ph type="ftr" sz="quarter" idx="15"/>
          </p:nvPr>
        </p:nvSpPr>
        <p:spPr/>
        <p:txBody>
          <a:bodyPr/>
          <a:lstStyle/>
          <a:p>
            <a:r>
              <a:rPr lang="en-US"/>
              <a:t>Sample Footer Text</a:t>
            </a:r>
          </a:p>
        </p:txBody>
      </p:sp>
      <p:sp>
        <p:nvSpPr>
          <p:cNvPr id="7" name="Content Placeholder 6">
            <a:extLst>
              <a:ext uri="{FF2B5EF4-FFF2-40B4-BE49-F238E27FC236}">
                <a16:creationId xmlns:a16="http://schemas.microsoft.com/office/drawing/2014/main" id="{664F8300-91F9-3B16-1D97-7082381C6AB9}"/>
              </a:ext>
            </a:extLst>
          </p:cNvPr>
          <p:cNvSpPr>
            <a:spLocks noGrp="1"/>
          </p:cNvSpPr>
          <p:nvPr>
            <p:ph sz="quarter" idx="13" hasCustomPrompt="1"/>
          </p:nvPr>
        </p:nvSpPr>
        <p:spPr>
          <a:xfrm>
            <a:off x="1737360" y="1399032"/>
            <a:ext cx="5751576" cy="4041648"/>
          </a:xfrm>
        </p:spPr>
        <p:txBody>
          <a:bodyPr vert="horz" lIns="91440" tIns="45720" rIns="91440" bIns="45720" rtlCol="0" anchor="ctr">
            <a:normAutofit/>
          </a:bodyPr>
          <a:lstStyle>
            <a:lvl1pPr marL="182880" indent="-182880">
              <a:lnSpc>
                <a:spcPct val="110000"/>
              </a:lnSpc>
              <a:spcBef>
                <a:spcPts val="0"/>
              </a:spcBef>
              <a:buNone/>
              <a:defRPr lang="en-US" sz="3400" b="1" dirty="0">
                <a:latin typeface="+mj-lt"/>
              </a:defRPr>
            </a:lvl1pPr>
          </a:lstStyle>
          <a:p>
            <a:pPr lvl="0"/>
            <a:r>
              <a:rPr lang="en-US"/>
              <a:t>Click to edit Quote</a:t>
            </a:r>
          </a:p>
        </p:txBody>
      </p:sp>
      <p:sp>
        <p:nvSpPr>
          <p:cNvPr id="12" name="Date Placeholder 11">
            <a:extLst>
              <a:ext uri="{FF2B5EF4-FFF2-40B4-BE49-F238E27FC236}">
                <a16:creationId xmlns:a16="http://schemas.microsoft.com/office/drawing/2014/main" id="{D18FECD6-59B2-0E39-163B-DB3FB28DD902}"/>
              </a:ext>
            </a:extLst>
          </p:cNvPr>
          <p:cNvSpPr>
            <a:spLocks noGrp="1"/>
          </p:cNvSpPr>
          <p:nvPr>
            <p:ph type="dt" sz="half" idx="14"/>
          </p:nvPr>
        </p:nvSpPr>
        <p:spPr/>
        <p:txBody>
          <a:bodyPr/>
          <a:lstStyle>
            <a:lvl1pPr>
              <a:defRPr>
                <a:solidFill>
                  <a:schemeClr val="tx1"/>
                </a:solidFill>
              </a:defRPr>
            </a:lvl1pPr>
          </a:lstStyle>
          <a:p>
            <a:fld id="{4D9BF413-3F81-4C14-A195-E47B863670C3}" type="datetime2">
              <a:rPr lang="en-US" smtClean="0"/>
              <a:t/>
            </a:fld>
            <a:endParaRPr lang="en-US"/>
          </a:p>
        </p:txBody>
      </p:sp>
      <p:sp>
        <p:nvSpPr>
          <p:cNvPr id="14" name="Slide Number Placeholder 13">
            <a:extLst>
              <a:ext uri="{FF2B5EF4-FFF2-40B4-BE49-F238E27FC236}">
                <a16:creationId xmlns:a16="http://schemas.microsoft.com/office/drawing/2014/main" id="{1EF16B6F-7839-1AC1-F1B6-E5DD5CB264B2}"/>
              </a:ext>
            </a:extLst>
          </p:cNvPr>
          <p:cNvSpPr>
            <a:spLocks noGrp="1"/>
          </p:cNvSpPr>
          <p:nvPr>
            <p:ph type="sldNum" sz="quarter" idx="16"/>
          </p:nvPr>
        </p:nvSpPr>
        <p:spPr/>
        <p:txBody>
          <a:bodyPr/>
          <a:lstStyle>
            <a:lvl1pPr>
              <a:defRPr>
                <a:solidFill>
                  <a:schemeClr val="tx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3860990200"/>
      </p:ext>
    </p:extLst>
  </p:cSld>
  <p:clrMapOvr>
    <a:masterClrMapping/>
  </p:clrMapOvr>
</p:sldLayout>
</file>

<file path=ppt/slideLayouts/slideLayout_80000036_34071CB1.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1" y="294248"/>
            <a:ext cx="10844784" cy="958480"/>
          </a:xfrm>
        </p:spPr>
        <p:txBody>
          <a:body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Content Placeholder 3">
            <a:extLst>
              <a:ext uri="{FF2B5EF4-FFF2-40B4-BE49-F238E27FC236}">
                <a16:creationId xmlns:a16="http://schemas.microsoft.com/office/drawing/2014/main" id="{0D0CE8AB-DD53-DE37-0172-0F4C2D9FEBDA}"/>
              </a:ext>
            </a:extLst>
          </p:cNvPr>
          <p:cNvSpPr>
            <a:spLocks noGrp="1"/>
          </p:cNvSpPr>
          <p:nvPr>
            <p:ph sz="quarter" idx="15"/>
          </p:nvPr>
        </p:nvSpPr>
        <p:spPr>
          <a:xfrm>
            <a:off x="731838" y="2020824"/>
            <a:ext cx="5075237" cy="4114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3467A339-2191-25DF-DA14-F9F1C27E8EBD}"/>
              </a:ext>
            </a:extLst>
          </p:cNvPr>
          <p:cNvSpPr>
            <a:spLocks noGrp="1"/>
          </p:cNvSpPr>
          <p:nvPr>
            <p:ph sz="quarter" idx="16"/>
          </p:nvPr>
        </p:nvSpPr>
        <p:spPr>
          <a:xfrm>
            <a:off x="6500813" y="2020824"/>
            <a:ext cx="5075237" cy="4114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53F1486C-F518-4593-A9F9-71F14C909BBB}" type="datetime2">
              <a:rPr lang="en-US" smtClean="0"/>
              <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872881329"/>
      </p:ext>
    </p:extLst>
  </p:cSld>
  <p:clrMapOvr>
    <a:masterClrMapping/>
  </p:clrMapOvr>
</p:sldLayout>
</file>

<file path=ppt/slideLayouts/slideLayout_80000037_A53090D9.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731520" y="292608"/>
            <a:ext cx="10844784" cy="960120"/>
          </a:xfrm>
        </p:spPr>
        <p:txBody>
          <a:body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074" y="1380744"/>
            <a:ext cx="507492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5D0ED8F7-2A3F-80A9-EF90-A2A4073C69D3}"/>
              </a:ext>
            </a:extLst>
          </p:cNvPr>
          <p:cNvSpPr>
            <a:spLocks noGrp="1"/>
          </p:cNvSpPr>
          <p:nvPr>
            <p:ph sz="quarter" idx="15"/>
          </p:nvPr>
        </p:nvSpPr>
        <p:spPr>
          <a:xfrm>
            <a:off x="731838" y="2020888"/>
            <a:ext cx="507365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1384" y="1380744"/>
            <a:ext cx="5074920"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5" name="Content Placeholder 14">
            <a:extLst>
              <a:ext uri="{FF2B5EF4-FFF2-40B4-BE49-F238E27FC236}">
                <a16:creationId xmlns:a16="http://schemas.microsoft.com/office/drawing/2014/main" id="{5D723F4E-0022-57BD-B68A-67BA61881741}"/>
              </a:ext>
            </a:extLst>
          </p:cNvPr>
          <p:cNvSpPr>
            <a:spLocks noGrp="1"/>
          </p:cNvSpPr>
          <p:nvPr>
            <p:ph sz="quarter" idx="16"/>
          </p:nvPr>
        </p:nvSpPr>
        <p:spPr>
          <a:xfrm>
            <a:off x="6500813" y="2020888"/>
            <a:ext cx="5075237"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E54DDA2C-4D95-4DB6-BF4A-4F688D05F62F}" type="datetime2">
              <a:rPr lang="en-US" smtClean="0"/>
              <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2771423449"/>
      </p:ext>
    </p:extLst>
  </p:cSld>
  <p:clrMapOvr>
    <a:masterClrMapping/>
  </p:clrMapOvr>
</p:sldLayout>
</file>

<file path=ppt/slideLayouts/slideLayout_80000038_2681EB0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731520" y="292608"/>
            <a:ext cx="9985248" cy="960120"/>
          </a:xfrm>
        </p:spPr>
        <p:txBody>
          <a:body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82AE4565-505C-457E-BFE9-7CA5ED3C51C4}" type="datetime2">
              <a:rPr lang="en-US" smtClean="0"/>
              <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646048517"/>
      </p:ext>
    </p:extLst>
  </p:cSld>
  <p:clrMapOvr>
    <a:masterClrMapping/>
  </p:clrMapOvr>
</p:sldLayout>
</file>

<file path=ppt/slideLayouts/slideLayout_80000039_EDD9075D.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E882EFDC-6A75-4D73-91E7-2ECC26E96D93}" type="datetime2">
              <a:rPr lang="en-US" smtClean="0"/>
              <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
            </a:fld>
            <a:endParaRPr lang="en-US"/>
          </a:p>
        </p:txBody>
      </p:sp>
    </p:spTree>
    <p:extLst>
      <p:ext uri="{BB962C8B-B14F-4D97-AF65-F5344CB8AC3E}">
        <p14:creationId xmlns:p14="http://schemas.microsoft.com/office/powerpoint/2010/main" val="3990423389"/>
      </p:ext>
    </p:extLst>
  </p:cSld>
  <p:clrMapOvr>
    <a:masterClrMapping/>
  </p:clrMapOvr>
</p:sldLayout>
</file>

<file path=ppt/slideMasters/_rels/slideMaster_80000000_B236BCD5.xml.rels><?xml version="1.0" encoding="UTF-8" standalone="yes"?>
<Relationships xmlns="http://schemas.openxmlformats.org/package/2006/relationships"><Relationship Id="rId13" Type="http://schemas.openxmlformats.org/officeDocument/2006/relationships/slideLayout" Target="../slideLayouts/slideLayout_80000019_7226F59B.xml"/><Relationship Id="rId18" Type="http://schemas.openxmlformats.org/officeDocument/2006/relationships/slideLayout" Target="../slideLayouts/slideLayout_8000001E_1D29A21C.xml"/><Relationship Id="rId26" Type="http://schemas.openxmlformats.org/officeDocument/2006/relationships/slideLayout" Target="../slideLayouts/slideLayout_80000026_ED0D3FFB.xml"/><Relationship Id="rId39" Type="http://schemas.openxmlformats.org/officeDocument/2006/relationships/slideLayout" Target="../slideLayouts/slideLayout_80000033_F6CC75B9.xml"/><Relationship Id="rId21" Type="http://schemas.openxmlformats.org/officeDocument/2006/relationships/slideLayout" Target="../slideLayouts/slideLayout_80000021_D22137D8.xml"/><Relationship Id="rId34" Type="http://schemas.openxmlformats.org/officeDocument/2006/relationships/slideLayout" Target="../slideLayouts/slideLayout_8000002E_DF2A3FA4.xml"/><Relationship Id="rId42" Type="http://schemas.openxmlformats.org/officeDocument/2006/relationships/slideLayout" Target="../slideLayouts/slideLayout_80000036_34071CB1.xml"/><Relationship Id="rId47" Type="http://schemas.openxmlformats.org/officeDocument/2006/relationships/slideLayout" Target="../slideLayouts/slideLayout_8000003B_7EE7B338.xml"/><Relationship Id="rId50" Type="http://schemas.openxmlformats.org/officeDocument/2006/relationships/theme" Target="../theme/theme_80000000_B236BCD5.xml"/><Relationship Id="rId7" Type="http://schemas.openxmlformats.org/officeDocument/2006/relationships/slideLayout" Target="../slideLayouts/slideLayout_80000007_B658406.xml"/><Relationship Id="rId2" Type="http://schemas.openxmlformats.org/officeDocument/2006/relationships/slideLayout" Target="../slideLayouts/slideLayout_80000002_CB046BAF.xml"/><Relationship Id="rId16" Type="http://schemas.openxmlformats.org/officeDocument/2006/relationships/slideLayout" Target="../slideLayouts/slideLayout_8000001C_AE4A73BE.xml"/><Relationship Id="rId29" Type="http://schemas.openxmlformats.org/officeDocument/2006/relationships/slideLayout" Target="../slideLayouts/slideLayout_80000029_68A100BA.xml"/><Relationship Id="rId11" Type="http://schemas.openxmlformats.org/officeDocument/2006/relationships/slideLayout" Target="../slideLayouts/slideLayout_8000000B_10928589.xml"/><Relationship Id="rId24" Type="http://schemas.openxmlformats.org/officeDocument/2006/relationships/slideLayout" Target="../slideLayouts/slideLayout_80000024_6D37E8BF.xml"/><Relationship Id="rId32" Type="http://schemas.openxmlformats.org/officeDocument/2006/relationships/slideLayout" Target="../slideLayouts/slideLayout_8000002C_2F6E9175.xml"/><Relationship Id="rId37" Type="http://schemas.openxmlformats.org/officeDocument/2006/relationships/slideLayout" Target="../slideLayouts/slideLayout_80000031_B3103A5.xml"/><Relationship Id="rId40" Type="http://schemas.openxmlformats.org/officeDocument/2006/relationships/slideLayout" Target="../slideLayouts/slideLayout_80000034_39253CFA.xml"/><Relationship Id="rId45" Type="http://schemas.openxmlformats.org/officeDocument/2006/relationships/slideLayout" Target="../slideLayouts/slideLayout_80000039_EDD9075D.xml"/><Relationship Id="rId5" Type="http://schemas.openxmlformats.org/officeDocument/2006/relationships/slideLayout" Target="../slideLayouts/slideLayout_80000005_C929DE0E.xml"/><Relationship Id="rId15" Type="http://schemas.openxmlformats.org/officeDocument/2006/relationships/slideLayout" Target="../slideLayouts/slideLayout_8000001B_AFC11586.xml"/><Relationship Id="rId23" Type="http://schemas.openxmlformats.org/officeDocument/2006/relationships/slideLayout" Target="../slideLayouts/slideLayout_80000023_61E5F2D.xml"/><Relationship Id="rId28" Type="http://schemas.openxmlformats.org/officeDocument/2006/relationships/slideLayout" Target="../slideLayouts/slideLayout_80000028_F72A6532.xml"/><Relationship Id="rId36" Type="http://schemas.openxmlformats.org/officeDocument/2006/relationships/slideLayout" Target="../slideLayouts/slideLayout_80000030_F7866422.xml"/><Relationship Id="rId49" Type="http://schemas.openxmlformats.org/officeDocument/2006/relationships/slideLayout" Target="../slideLayouts/slideLayout_8000003D_2DF8A4E2.xml"/><Relationship Id="rId10" Type="http://schemas.openxmlformats.org/officeDocument/2006/relationships/slideLayout" Target="../slideLayouts/slideLayout_8000000A_AA7A56BD.xml"/><Relationship Id="rId19" Type="http://schemas.openxmlformats.org/officeDocument/2006/relationships/slideLayout" Target="../slideLayouts/slideLayout_8000001F_CF760D28.xml"/><Relationship Id="rId31" Type="http://schemas.openxmlformats.org/officeDocument/2006/relationships/slideLayout" Target="../slideLayouts/slideLayout_8000002B_D7AC3EF7.xml"/><Relationship Id="rId44" Type="http://schemas.openxmlformats.org/officeDocument/2006/relationships/slideLayout" Target="../slideLayouts/slideLayout_80000038_2681EB05.xml"/><Relationship Id="rId4" Type="http://schemas.openxmlformats.org/officeDocument/2006/relationships/slideLayout" Target="../slideLayouts/slideLayout_80000004_FA212EAA.xml"/><Relationship Id="rId9" Type="http://schemas.openxmlformats.org/officeDocument/2006/relationships/slideLayout" Target="../slideLayouts/slideLayout_80000009_D14C2114.xml"/><Relationship Id="rId14" Type="http://schemas.openxmlformats.org/officeDocument/2006/relationships/slideLayout" Target="../slideLayouts/slideLayout_8000001A_A2C72040.xml"/><Relationship Id="rId22" Type="http://schemas.openxmlformats.org/officeDocument/2006/relationships/slideLayout" Target="../slideLayouts/slideLayout_80000022_EDC47FDB.xml"/><Relationship Id="rId27" Type="http://schemas.openxmlformats.org/officeDocument/2006/relationships/slideLayout" Target="../slideLayouts/slideLayout_80000027_2A39A785.xml"/><Relationship Id="rId30" Type="http://schemas.openxmlformats.org/officeDocument/2006/relationships/slideLayout" Target="../slideLayouts/slideLayout_8000002A_174972E2.xml"/><Relationship Id="rId35" Type="http://schemas.openxmlformats.org/officeDocument/2006/relationships/slideLayout" Target="../slideLayouts/slideLayout_8000002F_4D3A743C.xml"/><Relationship Id="rId43" Type="http://schemas.openxmlformats.org/officeDocument/2006/relationships/slideLayout" Target="../slideLayouts/slideLayout_80000037_A53090D9.xml"/><Relationship Id="rId48" Type="http://schemas.openxmlformats.org/officeDocument/2006/relationships/slideLayout" Target="../slideLayouts/slideLayout_8000003C_8F7AE5AA.xml"/><Relationship Id="rId8" Type="http://schemas.openxmlformats.org/officeDocument/2006/relationships/slideLayout" Target="../slideLayouts/slideLayout_80000008_F0E07E1.xml"/><Relationship Id="rId3" Type="http://schemas.openxmlformats.org/officeDocument/2006/relationships/slideLayout" Target="../slideLayouts/slideLayout_80000003_90649660.xml"/><Relationship Id="rId12" Type="http://schemas.openxmlformats.org/officeDocument/2006/relationships/slideLayout" Target="../slideLayouts/slideLayout_80000018_786417F9.xml"/><Relationship Id="rId17" Type="http://schemas.openxmlformats.org/officeDocument/2006/relationships/slideLayout" Target="../slideLayouts/slideLayout_8000001D_2EA2B979.xml"/><Relationship Id="rId25" Type="http://schemas.openxmlformats.org/officeDocument/2006/relationships/slideLayout" Target="../slideLayouts/slideLayout_80000025_B778B140.xml"/><Relationship Id="rId33" Type="http://schemas.openxmlformats.org/officeDocument/2006/relationships/slideLayout" Target="../slideLayouts/slideLayout_8000002D_3526F401.xml"/><Relationship Id="rId38" Type="http://schemas.openxmlformats.org/officeDocument/2006/relationships/slideLayout" Target="../slideLayouts/slideLayout_80000032_8277235.xml"/><Relationship Id="rId46" Type="http://schemas.openxmlformats.org/officeDocument/2006/relationships/slideLayout" Target="../slideLayouts/slideLayout_8000003A_10CCD0AD.xml"/><Relationship Id="rId20" Type="http://schemas.openxmlformats.org/officeDocument/2006/relationships/slideLayout" Target="../slideLayouts/slideLayout_80000020_1F063BEC.xml"/><Relationship Id="rId41" Type="http://schemas.openxmlformats.org/officeDocument/2006/relationships/slideLayout" Target="../slideLayouts/slideLayout_80000035_E62208F8.xml"/><Relationship Id="rId1" Type="http://schemas.openxmlformats.org/officeDocument/2006/relationships/slideLayout" Target="../slideLayouts/slideLayout_80000001_BD58AE4E.xml"/><Relationship Id="rId6" Type="http://schemas.openxmlformats.org/officeDocument/2006/relationships/slideLayout" Target="../slideLayouts/slideLayout_80000006_E64BE074.xml"/></Relationships>
</file>

<file path=ppt/slideMasters/slideMaster_80000000_B236BCD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2E3211F5-0F92-9768-CA9E-42BD20D242AD}"/>
              </a:ext>
              <a:ext uri="{C183D7F6-B498-43B3-948B-1728B52AA6E4}">
                <adec:decorative xmlns:adec="http://schemas.microsoft.com/office/drawing/2017/decorative" val="1"/>
              </a:ext>
            </a:extLst>
          </p:cNvPr>
          <p:cNvSpPr/>
          <p:nvPr/>
        </p:nvSpPr>
        <p:spPr>
          <a:xfrm rot="10800000" flipH="1">
            <a:off x="0" y="6410026"/>
            <a:ext cx="12192000" cy="448056"/>
          </a:xfrm>
          <a:prstGeom prst="rect">
            <a:avLst/>
          </a:prstGeom>
          <a:gradFill>
            <a:gsLst>
              <a:gs pos="62000">
                <a:srgbClr val="FE4A00">
                  <a:alpha val="66667"/>
                </a:srgbClr>
              </a:gs>
              <a:gs pos="100000">
                <a:srgbClr val="DA002F">
                  <a:alpha val="84706"/>
                </a:srgb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6965722-DE3B-A05F-AE94-E31AF26EBF9D}"/>
              </a:ext>
              <a:ext uri="{C183D7F6-B498-43B3-948B-1728B52AA6E4}">
                <adec:decorative xmlns:adec="http://schemas.microsoft.com/office/drawing/2017/decorative" val="1"/>
              </a:ext>
            </a:extLst>
          </p:cNvPr>
          <p:cNvSpPr/>
          <p:nvPr/>
        </p:nvSpPr>
        <p:spPr>
          <a:xfrm flipH="1">
            <a:off x="4076700" y="6409937"/>
            <a:ext cx="8115298" cy="448063"/>
          </a:xfrm>
          <a:prstGeom prst="rect">
            <a:avLst/>
          </a:prstGeom>
          <a:gradFill>
            <a:gsLst>
              <a:gs pos="9000">
                <a:srgbClr val="E349BB">
                  <a:alpha val="61961"/>
                </a:srgbClr>
              </a:gs>
              <a:gs pos="99000">
                <a:srgbClr val="92248E"/>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033272" y="347472"/>
            <a:ext cx="9985248" cy="1325880"/>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033272" y="1837944"/>
            <a:ext cx="9985248" cy="435254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rot="5400000">
            <a:off x="-1581912" y="1682496"/>
            <a:ext cx="3557016" cy="365760"/>
          </a:xfrm>
          <a:prstGeom prst="rect">
            <a:avLst/>
          </a:prstGeom>
        </p:spPr>
        <p:txBody>
          <a:bodyPr vert="horz" lIns="91440" tIns="45720" rIns="91440" bIns="45720" rtlCol="0" anchor="ctr"/>
          <a:lstStyle>
            <a:lvl1pPr algn="l">
              <a:defRPr sz="800" b="1">
                <a:solidFill>
                  <a:schemeClr val="tx1"/>
                </a:solidFill>
                <a:latin typeface="+mj-lt"/>
              </a:defRPr>
            </a:lvl1pPr>
          </a:lstStyle>
          <a:p>
            <a:r>
              <a:rPr lang="en-US"/>
              <a:t>Sample Footer Text</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922008" y="6455664"/>
            <a:ext cx="4672584" cy="365760"/>
          </a:xfrm>
          <a:prstGeom prst="rect">
            <a:avLst/>
          </a:prstGeom>
        </p:spPr>
        <p:txBody>
          <a:bodyPr vert="horz" lIns="91440" tIns="45720" rIns="91440" bIns="45720" rtlCol="0" anchor="ctr"/>
          <a:lstStyle>
            <a:lvl1pPr algn="r">
              <a:defRPr sz="800" cap="all" spc="300" baseline="0">
                <a:solidFill>
                  <a:schemeClr val="bg1"/>
                </a:solidFill>
              </a:defRPr>
            </a:lvl1pPr>
          </a:lstStyle>
          <a:p>
            <a:fld id="{39174FB3-ACF6-4A9B-9D1F-91EEB8A6966E}" type="datetime2">
              <a:rPr lang="en-US" smtClean="0"/>
              <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76304" y="6455664"/>
            <a:ext cx="548640" cy="365760"/>
          </a:xfrm>
          <a:prstGeom prst="rect">
            <a:avLst/>
          </a:prstGeom>
        </p:spPr>
        <p:txBody>
          <a:bodyPr vert="horz" lIns="91440" tIns="45720" rIns="91440" bIns="45720" rtlCol="0" anchor="ctr"/>
          <a:lstStyle>
            <a:lvl1pPr algn="r">
              <a:defRPr sz="800" spc="200" baseline="0">
                <a:solidFill>
                  <a:schemeClr val="bg1"/>
                </a:solidFill>
              </a:defRPr>
            </a:lvl1pPr>
          </a:lstStyle>
          <a:p>
            <a:fld id="{CC057153-B650-4DEB-B370-79DDCFDCE934}" type="slidenum">
              <a:rPr lang="en-US" smtClean="0"/>
              <a:pPr/>
              <a:t/>
            </a:fld>
            <a:endParaRPr lang="en-US"/>
          </a:p>
        </p:txBody>
      </p:sp>
    </p:spTree>
    <p:extLst>
      <p:ext uri="{BB962C8B-B14F-4D97-AF65-F5344CB8AC3E}">
        <p14:creationId xmlns:p14="http://schemas.microsoft.com/office/powerpoint/2010/main" val="29899317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Lst>
  <p:hf sldNum="0" hdr="0" ftr="0" dt="0"/>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_A0A_ACE1A30E.xml.rels><?xml version="1.0" encoding="UTF-8" standalone="yes"?>
<Relationships xmlns="http://schemas.openxmlformats.org/package/2006/relationships"><Relationship Id="rId2" Type="http://schemas.openxmlformats.org/officeDocument/2006/relationships/notesSlide" Target="../notesSlides/notesSlide_A0A_ACE1A30E.xml"/><Relationship Id="rId1" Type="http://schemas.openxmlformats.org/officeDocument/2006/relationships/slideLayout" Target="../slideLayouts/slideLayout_8000000A_AA7A56BD.xml"/></Relationships>
</file>

<file path=ppt/slides/_rels/slide_A0B_BA0570C1.xml.rels><?xml version="1.0" encoding="UTF-8" standalone="yes"?>
<Relationships xmlns="http://schemas.openxmlformats.org/package/2006/relationships"><Relationship Id="rId3" Type="http://schemas.openxmlformats.org/officeDocument/2006/relationships/image" Target="../media/image_3A3C15CE.jpeg"/><Relationship Id="rId2" Type="http://schemas.openxmlformats.org/officeDocument/2006/relationships/notesSlide" Target="../notesSlides/notesSlide_A0B_BA0570C1.xml"/><Relationship Id="rId1" Type="http://schemas.openxmlformats.org/officeDocument/2006/relationships/slideLayout" Target="../slideLayouts/slideLayout_8000002B_D7AC3EF7.xml"/></Relationships>
</file>

<file path=ppt/slides/_rels/slide_A0C_6330F8EB.xml.rels><?xml version="1.0" encoding="UTF-8" standalone="yes"?>
<Relationships xmlns="http://schemas.openxmlformats.org/package/2006/relationships"><Relationship Id="rId2" Type="http://schemas.openxmlformats.org/officeDocument/2006/relationships/notesSlide" Target="../notesSlides/notesSlide_A0C_6330F8EB.xml"/><Relationship Id="rId1" Type="http://schemas.openxmlformats.org/officeDocument/2006/relationships/slideLayout" Target="../slideLayouts/slideLayout_8000000A_AA7A56BD.xml"/></Relationships>
</file>

<file path=ppt/slides/_rels/slide_A0D_83EF5EB5.xml.rels><?xml version="1.0" encoding="UTF-8" standalone="yes"?>
<Relationships xmlns="http://schemas.openxmlformats.org/package/2006/relationships"><Relationship Id="rId3" Type="http://schemas.openxmlformats.org/officeDocument/2006/relationships/image" Target="../media/image_5293D809.jpeg"/><Relationship Id="rId2" Type="http://schemas.openxmlformats.org/officeDocument/2006/relationships/notesSlide" Target="../notesSlides/notesSlide_A0D_83EF5EB5.xml"/><Relationship Id="rId1" Type="http://schemas.openxmlformats.org/officeDocument/2006/relationships/slideLayout" Target="../slideLayouts/slideLayout_8000002B_D7AC3EF7.xml"/></Relationships>
</file>

<file path=ppt/slides/_rels/slide_A0E_10DFE3DF.xml.rels><?xml version="1.0" encoding="UTF-8" standalone="yes"?>
<Relationships xmlns="http://schemas.openxmlformats.org/package/2006/relationships"><Relationship Id="rId2" Type="http://schemas.openxmlformats.org/officeDocument/2006/relationships/notesSlide" Target="../notesSlides/notesSlide_A0E_10DFE3DF.xml"/><Relationship Id="rId1" Type="http://schemas.openxmlformats.org/officeDocument/2006/relationships/slideLayout" Target="../slideLayouts/slideLayout_8000000A_AA7A56BD.xml"/></Relationships>
</file>

<file path=ppt/slides/_rels/slide_A0F_11B7524.xml.rels><?xml version="1.0" encoding="UTF-8" standalone="yes"?>
<Relationships xmlns="http://schemas.openxmlformats.org/package/2006/relationships"><Relationship Id="rId3" Type="http://schemas.openxmlformats.org/officeDocument/2006/relationships/image" Target="../media/image_4840F34F.jpeg"/><Relationship Id="rId2" Type="http://schemas.openxmlformats.org/officeDocument/2006/relationships/notesSlide" Target="../notesSlides/notesSlide_A0F_11B7524.xml"/><Relationship Id="rId1" Type="http://schemas.openxmlformats.org/officeDocument/2006/relationships/slideLayout" Target="../slideLayouts/slideLayout_80000021_D22137D8.xml"/></Relationships>
</file>

<file path=ppt/slides/_rels/slide_A01_DA919706.xml.rels><?xml version="1.0" encoding="UTF-8" standalone="yes"?>
<Relationships xmlns="http://schemas.openxmlformats.org/package/2006/relationships"><Relationship Id="rId2" Type="http://schemas.openxmlformats.org/officeDocument/2006/relationships/notesSlide" Target="../notesSlides/notesSlide_A01_DA919706.xml"/><Relationship Id="rId1" Type="http://schemas.openxmlformats.org/officeDocument/2006/relationships/slideLayout" Target="../slideLayouts/slideLayout_80000008_F0E07E1.xml"/></Relationships>
</file>

<file path=ppt/slides/_rels/slide_A02_7173F3D2.xml.rels><?xml version="1.0" encoding="UTF-8" standalone="yes"?>
<Relationships xmlns="http://schemas.openxmlformats.org/package/2006/relationships"><Relationship Id="rId2" Type="http://schemas.openxmlformats.org/officeDocument/2006/relationships/notesSlide" Target="../notesSlides/notesSlide_A02_7173F3D2.xml"/><Relationship Id="rId1" Type="http://schemas.openxmlformats.org/officeDocument/2006/relationships/slideLayout" Target="../slideLayouts/slideLayout_8000000A_AA7A56BD.xml"/></Relationships>
</file>

<file path=ppt/slides/_rels/slide_A03_A9440604.xml.rels><?xml version="1.0" encoding="UTF-8" standalone="yes"?>
<Relationships xmlns="http://schemas.openxmlformats.org/package/2006/relationships"><Relationship Id="rId3" Type="http://schemas.openxmlformats.org/officeDocument/2006/relationships/image" Target="../media/image_C168D1B7.jpeg"/><Relationship Id="rId2" Type="http://schemas.openxmlformats.org/officeDocument/2006/relationships/notesSlide" Target="../notesSlides/notesSlide_A03_A9440604.xml"/><Relationship Id="rId1" Type="http://schemas.openxmlformats.org/officeDocument/2006/relationships/slideLayout" Target="../slideLayouts/slideLayout_8000002B_D7AC3EF7.xml"/></Relationships>
</file>

<file path=ppt/slides/_rels/slide_A04_273A27FD.xml.rels><?xml version="1.0" encoding="UTF-8" standalone="yes"?>
<Relationships xmlns="http://schemas.openxmlformats.org/package/2006/relationships"><Relationship Id="rId2" Type="http://schemas.openxmlformats.org/officeDocument/2006/relationships/notesSlide" Target="../notesSlides/notesSlide_A04_273A27FD.xml"/><Relationship Id="rId1" Type="http://schemas.openxmlformats.org/officeDocument/2006/relationships/slideLayout" Target="../slideLayouts/slideLayout_8000000A_AA7A56BD.xml"/></Relationships>
</file>

<file path=ppt/slides/_rels/slide_A05_B0CC587C.xml.rels><?xml version="1.0" encoding="UTF-8" standalone="yes"?>
<Relationships xmlns="http://schemas.openxmlformats.org/package/2006/relationships"><Relationship Id="rId3" Type="http://schemas.openxmlformats.org/officeDocument/2006/relationships/image" Target="../media/image_E0E21340.jpeg"/><Relationship Id="rId2" Type="http://schemas.openxmlformats.org/officeDocument/2006/relationships/notesSlide" Target="../notesSlides/notesSlide_A05_B0CC587C.xml"/><Relationship Id="rId1" Type="http://schemas.openxmlformats.org/officeDocument/2006/relationships/slideLayout" Target="../slideLayouts/slideLayout_8000002B_D7AC3EF7.xml"/></Relationships>
</file>

<file path=ppt/slides/_rels/slide_A06_E44FAAE6.xml.rels><?xml version="1.0" encoding="UTF-8" standalone="yes"?>
<Relationships xmlns="http://schemas.openxmlformats.org/package/2006/relationships"><Relationship Id="rId2" Type="http://schemas.openxmlformats.org/officeDocument/2006/relationships/notesSlide" Target="../notesSlides/notesSlide_A06_E44FAAE6.xml"/><Relationship Id="rId1" Type="http://schemas.openxmlformats.org/officeDocument/2006/relationships/slideLayout" Target="../slideLayouts/slideLayout_8000000A_AA7A56BD.xml"/></Relationships>
</file>

<file path=ppt/slides/_rels/slide_A07_D76E3507.xml.rels><?xml version="1.0" encoding="UTF-8" standalone="yes"?>
<Relationships xmlns="http://schemas.openxmlformats.org/package/2006/relationships"><Relationship Id="rId3" Type="http://schemas.openxmlformats.org/officeDocument/2006/relationships/image" Target="../media/image_574B1497.jpeg"/><Relationship Id="rId2" Type="http://schemas.openxmlformats.org/officeDocument/2006/relationships/notesSlide" Target="../notesSlides/notesSlide_A07_D76E3507.xml"/><Relationship Id="rId1" Type="http://schemas.openxmlformats.org/officeDocument/2006/relationships/slideLayout" Target="../slideLayouts/slideLayout_80000021_D22137D8.xml"/></Relationships>
</file>

<file path=ppt/slides/_rels/slide_A08_5C8622DE.xml.rels><?xml version="1.0" encoding="UTF-8" standalone="yes"?>
<Relationships xmlns="http://schemas.openxmlformats.org/package/2006/relationships"><Relationship Id="rId2" Type="http://schemas.openxmlformats.org/officeDocument/2006/relationships/notesSlide" Target="../notesSlides/notesSlide_A08_5C8622DE.xml"/><Relationship Id="rId1" Type="http://schemas.openxmlformats.org/officeDocument/2006/relationships/slideLayout" Target="../slideLayouts/slideLayout_8000000A_AA7A56BD.xml"/></Relationships>
</file>

<file path=ppt/slides/_rels/slide_A09_77B451F8.xml.rels><?xml version="1.0" encoding="UTF-8" standalone="yes"?>
<Relationships xmlns="http://schemas.openxmlformats.org/package/2006/relationships"><Relationship Id="rId3" Type="http://schemas.openxmlformats.org/officeDocument/2006/relationships/image" Target="../media/image_6689A335.jpeg"/><Relationship Id="rId2" Type="http://schemas.openxmlformats.org/officeDocument/2006/relationships/notesSlide" Target="../notesSlides/notesSlide_A09_77B451F8.xml"/><Relationship Id="rId1" Type="http://schemas.openxmlformats.org/officeDocument/2006/relationships/slideLayout" Target="../slideLayouts/slideLayout_80000021_D22137D8.xml"/></Relationships>
</file>

<file path=ppt/slides/_rels/slide_A10_952B4D09.xml.rels><?xml version="1.0" encoding="UTF-8" standalone="yes"?>
<Relationships xmlns="http://schemas.openxmlformats.org/package/2006/relationships"><Relationship Id="rId2" Type="http://schemas.openxmlformats.org/officeDocument/2006/relationships/notesSlide" Target="../notesSlides/notesSlide_A10_952B4D09.xml"/><Relationship Id="rId1" Type="http://schemas.openxmlformats.org/officeDocument/2006/relationships/slideLayout" Target="../slideLayouts/slideLayout_8000000A_AA7A56BD.xml"/></Relationships>
</file>

<file path=ppt/slides/_rels/slide_A11_32A88D4C.xml.rels><?xml version="1.0" encoding="UTF-8" standalone="yes"?>
<Relationships xmlns="http://schemas.openxmlformats.org/package/2006/relationships"><Relationship Id="rId3" Type="http://schemas.openxmlformats.org/officeDocument/2006/relationships/image" Target="../media/image_D6A308CA.jpeg"/><Relationship Id="rId2" Type="http://schemas.openxmlformats.org/officeDocument/2006/relationships/notesSlide" Target="../notesSlides/notesSlide_A11_32A88D4C.xml"/><Relationship Id="rId1" Type="http://schemas.openxmlformats.org/officeDocument/2006/relationships/slideLayout" Target="../slideLayouts/slideLayout_80000021_D22137D8.xml"/></Relationships>
</file>

<file path=ppt/slides/_rels/slide_A12_BF044C30.xml.rels><?xml version="1.0" encoding="UTF-8" standalone="yes"?>
<Relationships xmlns="http://schemas.openxmlformats.org/package/2006/relationships"><Relationship Id="rId2" Type="http://schemas.openxmlformats.org/officeDocument/2006/relationships/notesSlide" Target="../notesSlides/notesSlide_A12_BF044C30.xml"/><Relationship Id="rId1" Type="http://schemas.openxmlformats.org/officeDocument/2006/relationships/slideLayout" Target="../slideLayouts/slideLayout_8000000A_AA7A56BD.xml"/></Relationships>
</file>

<file path=ppt/slides/_rels/slide_A13_49544F89.xml.rels><?xml version="1.0" encoding="UTF-8" standalone="yes"?>
<Relationships xmlns="http://schemas.openxmlformats.org/package/2006/relationships"><Relationship Id="rId3" Type="http://schemas.openxmlformats.org/officeDocument/2006/relationships/image" Target="../media/image_BBFF0DE0.jpeg"/><Relationship Id="rId2" Type="http://schemas.openxmlformats.org/officeDocument/2006/relationships/notesSlide" Target="../notesSlides/notesSlide_A13_49544F89.xml"/><Relationship Id="rId1" Type="http://schemas.openxmlformats.org/officeDocument/2006/relationships/slideLayout" Target="../slideLayouts/slideLayout_80000021_D22137D8.xml"/></Relationships>
</file>

<file path=ppt/slides/_rels/slide_A14_C70CC661.xml.rels><?xml version="1.0" encoding="UTF-8" standalone="yes"?>
<Relationships xmlns="http://schemas.openxmlformats.org/package/2006/relationships"><Relationship Id="rId2" Type="http://schemas.openxmlformats.org/officeDocument/2006/relationships/notesSlide" Target="../notesSlides/notesSlide_A14_C70CC661.xml"/><Relationship Id="rId1" Type="http://schemas.openxmlformats.org/officeDocument/2006/relationships/slideLayout" Target="../slideLayouts/slideLayout_8000000A_AA7A56BD.xml"/></Relationships>
</file>

<file path=ppt/slides/_rels/slide_A15_38A05D6D.xml.rels><?xml version="1.0" encoding="UTF-8" standalone="yes"?>
<Relationships xmlns="http://schemas.openxmlformats.org/package/2006/relationships"><Relationship Id="rId3" Type="http://schemas.openxmlformats.org/officeDocument/2006/relationships/image" Target="../media/image_4BA9D6AC.jpeg"/><Relationship Id="rId2" Type="http://schemas.openxmlformats.org/officeDocument/2006/relationships/notesSlide" Target="../notesSlides/notesSlide_A15_38A05D6D.xml"/><Relationship Id="rId1" Type="http://schemas.openxmlformats.org/officeDocument/2006/relationships/slideLayout" Target="../slideLayouts/slideLayout_80000021_D22137D8.xml"/></Relationships>
</file>

<file path=ppt/slides/slide_A0A_ACE1A30E.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F8D294-B639-216F-8D2B-1ED9334E7921}"/>
              </a:ext>
            </a:extLst>
          </p:cNvPr>
          <p:cNvSpPr>
            <a:spLocks noGrp="1"/>
          </p:cNvSpPr>
          <p:nvPr>
            <p:ph type="title"/>
          </p:nvPr>
        </p:nvSpPr>
        <p:spPr>
          <a:xfrm>
            <a:off x="731520" y="2596896"/>
            <a:ext cx="8933688" cy="3566160"/>
          </a:xfrm>
        </p:spPr>
        <p:txBody>
          <a:bodyPr anchor="b">
            <a:normAutofit/>
          </a:bodyPr>
          <a:lstStyle/>
          <a:p>
            <a:r>
              <a:rPr lang="en-US"/>
              <a:t>Key Project 2: Observability</a:t>
            </a:r>
          </a:p>
        </p:txBody>
      </p:sp>
    </p:spTree>
    <p:extLst>
      <p:ext uri="{BB962C8B-B14F-4D97-AF65-F5344CB8AC3E}">
        <p14:creationId xmlns:p14="http://schemas.microsoft.com/office/powerpoint/2010/main" val="29004684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B_BA0570C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BBB43-DF25-4B8D-9D0A-678D0CBFCD80}"/>
              </a:ext>
            </a:extLst>
          </p:cNvPr>
          <p:cNvSpPr>
            <a:spLocks noGrp="1"/>
          </p:cNvSpPr>
          <p:nvPr>
            <p:ph type="title"/>
          </p:nvPr>
        </p:nvSpPr>
        <p:spPr>
          <a:xfrm>
            <a:off x="731520" y="3886200"/>
            <a:ext cx="3649468" cy="2048256"/>
          </a:xfrm>
        </p:spPr>
        <p:txBody>
          <a:bodyPr anchor="t">
            <a:normAutofit/>
          </a:bodyPr>
          <a:lstStyle/>
          <a:p>
            <a:r>
              <a:rPr lang="en-US"/>
              <a:t>ACS &amp; RPA NewRelic Observability Program</a:t>
            </a:r>
          </a:p>
        </p:txBody>
      </p:sp>
      <p:pic>
        <p:nvPicPr>
          <p:cNvPr id="5" name="Content Placeholder 4" descr="A computer interface concept, monitoring a server room with network security and cloud computing.">
            <a:extLst>
              <a:ext uri="{FF2B5EF4-FFF2-40B4-BE49-F238E27FC236}">
                <a16:creationId xmlns:a16="http://schemas.microsoft.com/office/drawing/2014/main" id="{E4DA1DF9-C8C6-442B-B568-D7FCDB59C992}"/>
              </a:ext>
            </a:extLst>
          </p:cNvPr>
          <p:cNvPicPr>
            <a:picLocks noGrp="1" noChangeAspect="1"/>
          </p:cNvPicPr>
          <p:nvPr>
            <p:ph type="pic" sz="quarter" idx="15"/>
          </p:nvPr>
        </p:nvPicPr>
        <p:blipFill>
          <a:blip r:embed="rId3"/>
          <a:stretch/>
        </p:blipFill>
        <p:spPr>
          <a:xfrm>
            <a:off x="731518" y="834104"/>
            <a:ext cx="3520440" cy="1980247"/>
          </a:xfrm>
        </p:spPr>
      </p:pic>
      <p:sp>
        <p:nvSpPr>
          <p:cNvPr id="4" name="Content Placeholder 3">
            <a:extLst>
              <a:ext uri="{FF2B5EF4-FFF2-40B4-BE49-F238E27FC236}">
                <a16:creationId xmlns:a16="http://schemas.microsoft.com/office/drawing/2014/main" id="{66538BB5-3906-1EA2-3047-8F5035C523E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48072" y="704088"/>
            <a:ext cx="6428232" cy="5230368"/>
          </a:xfrm>
        </p:spPr>
        <p:txBody>
          <a:bodyPr>
            <a:normAutofit/>
          </a:bodyPr>
          <a:lstStyle/>
          <a:p>
            <a:pPr marL="0" indent="0">
              <a:spcBef>
                <a:spcPts val="2500"/>
              </a:spcBef>
              <a:buFont typeface="Arial" panose="020B0604020202020204" pitchFamily="34" charset="0"/>
              <a:buNone/>
            </a:pPr>
            <a:r>
              <a:rPr lang="en-US" b="1"/>
              <a:t>Unified Monitoring Dashboard</a:t>
            </a:r>
          </a:p>
          <a:p>
            <a:pPr marL="0" lvl="1" indent="0">
              <a:buFont typeface="Arial" panose="020B0604020202020204" pitchFamily="34" charset="0"/>
              <a:buNone/>
            </a:pPr>
            <a:r>
              <a:rPr lang="en-US"/>
              <a:t>NewRelic observability integrates ACS and RPA bots with Azure cloud for centralized monitoring.</a:t>
            </a:r>
          </a:p>
          <a:p>
            <a:pPr marL="0" indent="0">
              <a:spcBef>
                <a:spcPts val="2500"/>
              </a:spcBef>
              <a:buFont typeface="Arial" panose="020B0604020202020204" pitchFamily="34" charset="0"/>
              <a:buNone/>
            </a:pPr>
            <a:r>
              <a:rPr lang="en-US" b="1"/>
              <a:t>Executive Insight Dashboards</a:t>
            </a:r>
          </a:p>
          <a:p>
            <a:pPr marL="0" lvl="1" indent="0">
              <a:buFont typeface="Arial" panose="020B0604020202020204" pitchFamily="34" charset="0"/>
              <a:buNone/>
            </a:pPr>
            <a:r>
              <a:rPr lang="en-US"/>
              <a:t>Custom dashboards provide leadership with real-time insights and actionable metrics.</a:t>
            </a:r>
          </a:p>
          <a:p>
            <a:pPr marL="0" indent="0">
              <a:spcBef>
                <a:spcPts val="2500"/>
              </a:spcBef>
              <a:buFont typeface="Arial" panose="020B0604020202020204" pitchFamily="34" charset="0"/>
              <a:buNone/>
            </a:pPr>
            <a:r>
              <a:rPr lang="en-US" b="1"/>
              <a:t>Proactive Alerts and Optimization</a:t>
            </a:r>
          </a:p>
          <a:p>
            <a:pPr marL="0" lvl="1" indent="0">
              <a:buFont typeface="Arial" panose="020B0604020202020204" pitchFamily="34" charset="0"/>
              <a:buNone/>
            </a:pPr>
            <a:r>
              <a:rPr lang="en-US"/>
              <a:t>Color-coded alerts and trend analysis help teams identify issues and optimize workloads proactively.</a:t>
            </a:r>
          </a:p>
          <a:p>
            <a:pPr marL="0" indent="0">
              <a:spcBef>
                <a:spcPts val="2500"/>
              </a:spcBef>
              <a:buFont typeface="Arial" panose="020B0604020202020204" pitchFamily="34" charset="0"/>
              <a:buNone/>
            </a:pPr>
            <a:r>
              <a:rPr lang="en-US" b="1"/>
              <a:t>Business Value Delivered</a:t>
            </a:r>
          </a:p>
          <a:p>
            <a:pPr marL="0" lvl="1" indent="0">
              <a:buFont typeface="Arial" panose="020B0604020202020204" pitchFamily="34" charset="0"/>
              <a:buNone/>
            </a:pPr>
            <a:r>
              <a:rPr lang="en-US"/>
              <a:t>Enhances risk mitigation, cost transparency, and operational control with predictive insights.</a:t>
            </a:r>
          </a:p>
        </p:txBody>
      </p:sp>
    </p:spTree>
    <p:extLst>
      <p:ext uri="{BB962C8B-B14F-4D97-AF65-F5344CB8AC3E}">
        <p14:creationId xmlns:p14="http://schemas.microsoft.com/office/powerpoint/2010/main" val="31209187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C_6330F8EB.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1FF51-B4BB-A539-74E3-E1C6109C4A64}"/>
              </a:ext>
            </a:extLst>
          </p:cNvPr>
          <p:cNvSpPr>
            <a:spLocks noGrp="1"/>
          </p:cNvSpPr>
          <p:nvPr>
            <p:ph type="title"/>
          </p:nvPr>
        </p:nvSpPr>
        <p:spPr>
          <a:xfrm>
            <a:off x="731520" y="2596896"/>
            <a:ext cx="8933688" cy="3566160"/>
          </a:xfrm>
        </p:spPr>
        <p:txBody>
          <a:bodyPr anchor="b">
            <a:normAutofit/>
          </a:bodyPr>
          <a:lstStyle/>
          <a:p>
            <a:r>
              <a:rPr lang="en-US"/>
              <a:t>Key Project 3: Launchpad</a:t>
            </a:r>
          </a:p>
        </p:txBody>
      </p:sp>
    </p:spTree>
    <p:extLst>
      <p:ext uri="{BB962C8B-B14F-4D97-AF65-F5344CB8AC3E}">
        <p14:creationId xmlns:p14="http://schemas.microsoft.com/office/powerpoint/2010/main" val="16641538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D_83EF5EB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B2978-8D45-3807-7D98-CE46FB4E8079}"/>
              </a:ext>
            </a:extLst>
          </p:cNvPr>
          <p:cNvSpPr>
            <a:spLocks noGrp="1"/>
          </p:cNvSpPr>
          <p:nvPr>
            <p:ph type="title"/>
          </p:nvPr>
        </p:nvSpPr>
        <p:spPr>
          <a:xfrm>
            <a:off x="731520" y="3886200"/>
            <a:ext cx="3649468" cy="2048256"/>
          </a:xfrm>
        </p:spPr>
        <p:txBody>
          <a:bodyPr anchor="t">
            <a:normAutofit/>
          </a:bodyPr>
          <a:lstStyle/>
          <a:p>
            <a:r>
              <a:rPr lang="en-US"/>
              <a:t>HAP Launchpad Governance Platform</a:t>
            </a:r>
          </a:p>
        </p:txBody>
      </p:sp>
      <p:pic>
        <p:nvPicPr>
          <p:cNvPr id="5" name="Content Placeholder 4" descr="A computer futuristic digital program hud interface with a personal control system over a network, in which the computer uses the interface to interact with the user.">
            <a:extLst>
              <a:ext uri="{FF2B5EF4-FFF2-40B4-BE49-F238E27FC236}">
                <a16:creationId xmlns:a16="http://schemas.microsoft.com/office/drawing/2014/main" id="{92567CF6-5517-4171-8125-7AEF98042C6B}"/>
              </a:ext>
            </a:extLst>
          </p:cNvPr>
          <p:cNvPicPr>
            <a:picLocks noGrp="1" noChangeAspect="1"/>
          </p:cNvPicPr>
          <p:nvPr>
            <p:ph type="pic" sz="quarter" idx="15"/>
          </p:nvPr>
        </p:nvPicPr>
        <p:blipFill>
          <a:blip r:embed="rId3"/>
          <a:srcRect l="21425" r="27676" b="-1"/>
          <a:stretch>
            <a:fillRect/>
          </a:stretch>
        </p:blipFill>
        <p:spPr>
          <a:xfrm>
            <a:off x="731518" y="10"/>
            <a:ext cx="3520440" cy="3648446"/>
          </a:xfrm>
        </p:spPr>
      </p:pic>
      <p:sp>
        <p:nvSpPr>
          <p:cNvPr id="4" name="Content Placeholder 3">
            <a:extLst>
              <a:ext uri="{FF2B5EF4-FFF2-40B4-BE49-F238E27FC236}">
                <a16:creationId xmlns:a16="http://schemas.microsoft.com/office/drawing/2014/main" id="{411676EB-400B-75E6-5BCD-3F34BA452E4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48072" y="704088"/>
            <a:ext cx="6428232" cy="5230368"/>
          </a:xfrm>
        </p:spPr>
        <p:txBody>
          <a:bodyPr>
            <a:normAutofit/>
          </a:bodyPr>
          <a:lstStyle/>
          <a:p>
            <a:pPr marL="0" indent="0">
              <a:spcBef>
                <a:spcPts val="2500"/>
              </a:spcBef>
              <a:buFont typeface="Arial" panose="020B0604020202020204" pitchFamily="34" charset="0"/>
              <a:buNone/>
            </a:pPr>
            <a:r>
              <a:rPr lang="en-US" b="1"/>
              <a:t>Unified Approval Workflow</a:t>
            </a:r>
          </a:p>
          <a:p>
            <a:pPr marL="0" lvl="1" indent="0">
              <a:buFont typeface="Arial" panose="020B0604020202020204" pitchFamily="34" charset="0"/>
              <a:buNone/>
            </a:pPr>
            <a:r>
              <a:rPr lang="en-US"/>
              <a:t>The platform consolidates Gate 1, Gate 1.5, and Gate 2 approvals into a seamless, traceable workflow.</a:t>
            </a:r>
          </a:p>
          <a:p>
            <a:pPr marL="0" indent="0">
              <a:spcBef>
                <a:spcPts val="2500"/>
              </a:spcBef>
              <a:buFont typeface="Arial" panose="020B0604020202020204" pitchFamily="34" charset="0"/>
              <a:buNone/>
            </a:pPr>
            <a:r>
              <a:rPr lang="en-US" b="1"/>
              <a:t>Leadership Dashboards</a:t>
            </a:r>
          </a:p>
          <a:p>
            <a:pPr marL="0" lvl="1" indent="0">
              <a:buFont typeface="Arial" panose="020B0604020202020204" pitchFamily="34" charset="0"/>
              <a:buNone/>
            </a:pPr>
            <a:r>
              <a:rPr lang="en-US"/>
              <a:t>Dashboards provide visualization of approval timelines, SLA performance, and governance status for leadership.</a:t>
            </a:r>
          </a:p>
          <a:p>
            <a:pPr marL="0" indent="0">
              <a:spcBef>
                <a:spcPts val="2500"/>
              </a:spcBef>
              <a:buFont typeface="Arial" panose="020B0604020202020204" pitchFamily="34" charset="0"/>
              <a:buNone/>
            </a:pPr>
            <a:r>
              <a:rPr lang="en-US" b="1"/>
              <a:t>Centralized Documentation</a:t>
            </a:r>
          </a:p>
          <a:p>
            <a:pPr marL="0" lvl="1" indent="0">
              <a:buFont typeface="Arial" panose="020B0604020202020204" pitchFamily="34" charset="0"/>
              <a:buNone/>
            </a:pPr>
            <a:r>
              <a:rPr lang="en-US"/>
              <a:t>All evidence and documentation are stored centrally, improving compliance and reducing manual efforts.</a:t>
            </a:r>
          </a:p>
          <a:p>
            <a:pPr marL="0" indent="0">
              <a:spcBef>
                <a:spcPts val="2500"/>
              </a:spcBef>
              <a:buFont typeface="Arial" panose="020B0604020202020204" pitchFamily="34" charset="0"/>
              <a:buNone/>
            </a:pPr>
            <a:r>
              <a:rPr lang="en-US" b="1"/>
              <a:t>Enhanced Governance Impact</a:t>
            </a:r>
          </a:p>
          <a:p>
            <a:pPr marL="0" lvl="1" indent="0">
              <a:buFont typeface="Arial" panose="020B0604020202020204" pitchFamily="34" charset="0"/>
              <a:buNone/>
            </a:pPr>
            <a:r>
              <a:rPr lang="en-US"/>
              <a:t>The platform reduces approval timelines, improves SLA adherence, and strengthens client confidence.</a:t>
            </a:r>
          </a:p>
        </p:txBody>
      </p:sp>
    </p:spTree>
    <p:extLst>
      <p:ext uri="{BB962C8B-B14F-4D97-AF65-F5344CB8AC3E}">
        <p14:creationId xmlns:p14="http://schemas.microsoft.com/office/powerpoint/2010/main" val="221350264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E_10DFE3DF.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89CC1-192C-7D96-3922-CE3D4FCA7C59}"/>
              </a:ext>
            </a:extLst>
          </p:cNvPr>
          <p:cNvSpPr>
            <a:spLocks noGrp="1"/>
          </p:cNvSpPr>
          <p:nvPr>
            <p:ph type="title"/>
          </p:nvPr>
        </p:nvSpPr>
        <p:spPr>
          <a:xfrm>
            <a:off x="731520" y="2596896"/>
            <a:ext cx="8933688" cy="3566160"/>
          </a:xfrm>
        </p:spPr>
        <p:txBody>
          <a:bodyPr anchor="b">
            <a:normAutofit/>
          </a:bodyPr>
          <a:lstStyle/>
          <a:p>
            <a:r>
              <a:rPr lang="en-US"/>
              <a:t>Value Created</a:t>
            </a:r>
          </a:p>
        </p:txBody>
      </p:sp>
    </p:spTree>
    <p:extLst>
      <p:ext uri="{BB962C8B-B14F-4D97-AF65-F5344CB8AC3E}">
        <p14:creationId xmlns:p14="http://schemas.microsoft.com/office/powerpoint/2010/main" val="2831083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F_11B75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85D03-C809-CF51-BC71-72D8A8C12567}"/>
              </a:ext>
            </a:extLst>
          </p:cNvPr>
          <p:cNvSpPr>
            <a:spLocks noGrp="1"/>
          </p:cNvSpPr>
          <p:nvPr>
            <p:ph type="title"/>
          </p:nvPr>
        </p:nvSpPr>
        <p:spPr>
          <a:xfrm>
            <a:off x="731520" y="312572"/>
            <a:ext cx="6858000" cy="923544"/>
          </a:xfrm>
        </p:spPr>
        <p:txBody>
          <a:bodyPr anchor="b">
            <a:normAutofit/>
          </a:bodyPr>
          <a:lstStyle/>
          <a:p>
            <a:r>
              <a:rPr lang="en-US"/>
              <a:t>Organizational Value Delivered</a:t>
            </a:r>
          </a:p>
        </p:txBody>
      </p:sp>
      <p:sp>
        <p:nvSpPr>
          <p:cNvPr id="4" name="Content Placeholder 3">
            <a:extLst>
              <a:ext uri="{FF2B5EF4-FFF2-40B4-BE49-F238E27FC236}">
                <a16:creationId xmlns:a16="http://schemas.microsoft.com/office/drawing/2014/main" id="{1FB38ED4-F1FD-F7FE-8D10-00B28590D1C2}"/>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380744"/>
            <a:ext cx="6858000" cy="4608576"/>
          </a:xfrm>
        </p:spPr>
        <p:txBody>
          <a:bodyPr>
            <a:normAutofit/>
          </a:bodyPr>
          <a:lstStyle/>
          <a:p>
            <a:pPr marL="0" indent="0">
              <a:spcBef>
                <a:spcPts val="2500"/>
              </a:spcBef>
              <a:buFont typeface="Arial" panose="020B0604020202020204" pitchFamily="34" charset="0"/>
              <a:buNone/>
            </a:pPr>
            <a:r>
              <a:rPr lang="en-US" b="1"/>
              <a:t>Cost Efficiency Improvements</a:t>
            </a:r>
          </a:p>
          <a:p>
            <a:pPr marL="0" lvl="1" indent="0">
              <a:buFont typeface="Arial" panose="020B0604020202020204" pitchFamily="34" charset="0"/>
              <a:buNone/>
            </a:pPr>
            <a:r>
              <a:rPr lang="en-US"/>
              <a:t>Optimized infrastructure use and deployment efforts reduce overall operational costs significantly.</a:t>
            </a:r>
          </a:p>
          <a:p>
            <a:pPr marL="0" indent="0">
              <a:spcBef>
                <a:spcPts val="2500"/>
              </a:spcBef>
              <a:buFont typeface="Arial" panose="020B0604020202020204" pitchFamily="34" charset="0"/>
              <a:buNone/>
            </a:pPr>
            <a:r>
              <a:rPr lang="en-US" b="1"/>
              <a:t>Accelerated Deployment Speed</a:t>
            </a:r>
          </a:p>
          <a:p>
            <a:pPr marL="0" lvl="1" indent="0">
              <a:buFont typeface="Arial" panose="020B0604020202020204" pitchFamily="34" charset="0"/>
              <a:buNone/>
            </a:pPr>
            <a:r>
              <a:rPr lang="en-US"/>
              <a:t>Release cycles shortened from days to hours enable faster product delivery and market responsiveness.</a:t>
            </a:r>
          </a:p>
          <a:p>
            <a:pPr marL="0" indent="0">
              <a:spcBef>
                <a:spcPts val="2500"/>
              </a:spcBef>
              <a:buFont typeface="Arial" panose="020B0604020202020204" pitchFamily="34" charset="0"/>
              <a:buNone/>
            </a:pPr>
            <a:r>
              <a:rPr lang="en-US" b="1"/>
              <a:t>Enhanced Risk Mitigation</a:t>
            </a:r>
          </a:p>
          <a:p>
            <a:pPr marL="0" lvl="1" indent="0">
              <a:buFont typeface="Arial" panose="020B0604020202020204" pitchFamily="34" charset="0"/>
              <a:buNone/>
            </a:pPr>
            <a:r>
              <a:rPr lang="en-US"/>
              <a:t>Improved governance, security, and monitoring strengthen risk control in CI/CD and automation pipelines.</a:t>
            </a:r>
          </a:p>
          <a:p>
            <a:pPr marL="0" indent="0">
              <a:spcBef>
                <a:spcPts val="2500"/>
              </a:spcBef>
              <a:buFont typeface="Arial" panose="020B0604020202020204" pitchFamily="34" charset="0"/>
              <a:buNone/>
            </a:pPr>
            <a:r>
              <a:rPr lang="en-US" b="1"/>
              <a:t>Quality Assurance Gains</a:t>
            </a:r>
          </a:p>
          <a:p>
            <a:pPr marL="0" lvl="1" indent="0">
              <a:buFont typeface="Arial" panose="020B0604020202020204" pitchFamily="34" charset="0"/>
              <a:buNone/>
            </a:pPr>
            <a:r>
              <a:rPr lang="en-US"/>
              <a:t>Higher reliability, improved code quality, and adherence to SLAs boost deployment success and client trust.</a:t>
            </a:r>
          </a:p>
        </p:txBody>
      </p:sp>
      <p:pic>
        <p:nvPicPr>
          <p:cNvPr id="5" name="Content Placeholder 4" descr="Sustainable investment and returns">
            <a:extLst>
              <a:ext uri="{FF2B5EF4-FFF2-40B4-BE49-F238E27FC236}">
                <a16:creationId xmlns:a16="http://schemas.microsoft.com/office/drawing/2014/main" id="{53E1AB3D-A2DC-46CA-B3DB-C2A165FCF967}"/>
              </a:ext>
            </a:extLst>
          </p:cNvPr>
          <p:cNvPicPr>
            <a:picLocks noGrp="1" noChangeAspect="1"/>
          </p:cNvPicPr>
          <p:nvPr>
            <p:ph type="pic" sz="quarter" idx="15"/>
          </p:nvPr>
        </p:nvPicPr>
        <p:blipFill>
          <a:blip r:embed="rId3"/>
          <a:srcRect l="39754" r="20666" b="2"/>
          <a:stretch>
            <a:fillRect/>
          </a:stretch>
        </p:blipFill>
        <p:spPr>
          <a:xfrm>
            <a:off x="8491126" y="603504"/>
            <a:ext cx="3085177" cy="5202936"/>
          </a:xfrm>
        </p:spPr>
      </p:pic>
    </p:spTree>
    <p:extLst>
      <p:ext uri="{BB962C8B-B14F-4D97-AF65-F5344CB8AC3E}">
        <p14:creationId xmlns:p14="http://schemas.microsoft.com/office/powerpoint/2010/main" val="1857667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1_DA9197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096DD-06EE-763C-F9B4-77F9F0DAE3EE}"/>
              </a:ext>
            </a:extLst>
          </p:cNvPr>
          <p:cNvSpPr>
            <a:spLocks noGrp="1"/>
          </p:cNvSpPr>
          <p:nvPr>
            <p:ph type="ctrTitle"/>
          </p:nvPr>
        </p:nvSpPr>
        <p:spPr>
          <a:xfrm>
            <a:off x="731520" y="585216"/>
            <a:ext cx="6858000" cy="3200400"/>
          </a:xfrm>
        </p:spPr>
        <p:txBody>
          <a:bodyPr anchor="b">
            <a:normAutofit/>
          </a:bodyPr>
          <a:lstStyle/>
          <a:p>
            <a:r>
              <a:rPr lang="en-US"/>
              <a:t>Appraisal Presentation</a:t>
            </a:r>
          </a:p>
        </p:txBody>
      </p:sp>
      <p:sp>
        <p:nvSpPr>
          <p:cNvPr id="3" name="Subtitle 2">
            <a:extLst>
              <a:ext uri="{FF2B5EF4-FFF2-40B4-BE49-F238E27FC236}">
                <a16:creationId xmlns:a16="http://schemas.microsoft.com/office/drawing/2014/main" id="{D28ED460-4C48-C63E-0BC6-B3F29C787541}"/>
              </a:ext>
            </a:extLst>
          </p:cNvPr>
          <p:cNvSpPr>
            <a:spLocks noGrp="1"/>
          </p:cNvSpPr>
          <p:nvPr>
            <p:ph type="subTitle" idx="1"/>
          </p:nvPr>
        </p:nvSpPr>
        <p:spPr>
          <a:xfrm>
            <a:off x="731520" y="4965192"/>
            <a:ext cx="6391656" cy="1490472"/>
          </a:xfrm>
        </p:spPr>
        <p:txBody>
          <a:bodyPr anchor="ctr">
            <a:normAutofit/>
          </a:bodyPr>
          <a:lstStyle/>
          <a:p>
            <a:r>
              <a:rPr lang="en-US"/>
              <a:t>Evaluating performance to foster growth and improvement</a:t>
            </a:r>
          </a:p>
        </p:txBody>
      </p:sp>
    </p:spTree>
    <p:extLst>
      <p:ext uri="{BB962C8B-B14F-4D97-AF65-F5344CB8AC3E}">
        <p14:creationId xmlns:p14="http://schemas.microsoft.com/office/powerpoint/2010/main" val="3666974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42"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_A02_7173F3D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D50E8-7CF0-EF68-076E-D5656AD718E9}"/>
              </a:ext>
            </a:extLst>
          </p:cNvPr>
          <p:cNvSpPr>
            <a:spLocks noGrp="1"/>
          </p:cNvSpPr>
          <p:nvPr>
            <p:ph type="title"/>
          </p:nvPr>
        </p:nvSpPr>
        <p:spPr>
          <a:xfrm>
            <a:off x="731520" y="2596896"/>
            <a:ext cx="8933688" cy="3566160"/>
          </a:xfrm>
        </p:spPr>
        <p:txBody>
          <a:bodyPr anchor="b">
            <a:normAutofit/>
          </a:bodyPr>
          <a:lstStyle/>
          <a:p>
            <a:r>
              <a:rPr lang="en-US"/>
              <a:t>Executive Summary</a:t>
            </a:r>
          </a:p>
        </p:txBody>
      </p:sp>
    </p:spTree>
    <p:extLst>
      <p:ext uri="{BB962C8B-B14F-4D97-AF65-F5344CB8AC3E}">
        <p14:creationId xmlns:p14="http://schemas.microsoft.com/office/powerpoint/2010/main" val="190342446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3_A94406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B10BEC-7AA6-165B-A8D8-310955217EC2}"/>
              </a:ext>
            </a:extLst>
          </p:cNvPr>
          <p:cNvSpPr>
            <a:spLocks noGrp="1"/>
          </p:cNvSpPr>
          <p:nvPr>
            <p:ph type="title"/>
          </p:nvPr>
        </p:nvSpPr>
        <p:spPr>
          <a:xfrm>
            <a:off x="731520" y="3886200"/>
            <a:ext cx="3649468" cy="2048256"/>
          </a:xfrm>
        </p:spPr>
        <p:txBody>
          <a:bodyPr anchor="t">
            <a:normAutofit/>
          </a:bodyPr>
          <a:lstStyle/>
          <a:p>
            <a:r>
              <a:rPr lang="en-US"/>
              <a:t>Leadership Impact Summary</a:t>
            </a:r>
          </a:p>
        </p:txBody>
      </p:sp>
      <p:pic>
        <p:nvPicPr>
          <p:cNvPr id="5" name="Content Placeholder 4" descr="Cloud computing concept isolated on white background">
            <a:extLst>
              <a:ext uri="{FF2B5EF4-FFF2-40B4-BE49-F238E27FC236}">
                <a16:creationId xmlns:a16="http://schemas.microsoft.com/office/drawing/2014/main" id="{FA5754DC-A67C-4FDB-9954-4E35C0DD0C6D}"/>
              </a:ext>
            </a:extLst>
          </p:cNvPr>
          <p:cNvPicPr>
            <a:picLocks noGrp="1" noChangeAspect="1"/>
          </p:cNvPicPr>
          <p:nvPr>
            <p:ph type="pic" sz="quarter" idx="15"/>
          </p:nvPr>
        </p:nvPicPr>
        <p:blipFill>
          <a:blip r:embed="rId3"/>
          <a:srcRect l="12806" r="14822" b="-4"/>
          <a:stretch>
            <a:fillRect/>
          </a:stretch>
        </p:blipFill>
        <p:spPr>
          <a:xfrm>
            <a:off x="731518" y="10"/>
            <a:ext cx="3520440" cy="3648446"/>
          </a:xfrm>
        </p:spPr>
      </p:pic>
      <p:sp>
        <p:nvSpPr>
          <p:cNvPr id="4" name="Content Placeholder 3">
            <a:extLst>
              <a:ext uri="{FF2B5EF4-FFF2-40B4-BE49-F238E27FC236}">
                <a16:creationId xmlns:a16="http://schemas.microsoft.com/office/drawing/2014/main" id="{D4A2E3CA-3B23-432D-7B01-8A6E0A1C83C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48072" y="704088"/>
            <a:ext cx="6428232" cy="5230368"/>
          </a:xfrm>
        </p:spPr>
        <p:txBody>
          <a:bodyPr>
            <a:normAutofit/>
          </a:bodyPr>
          <a:lstStyle/>
          <a:p>
            <a:pPr marL="0" indent="0">
              <a:spcBef>
                <a:spcPts val="2500"/>
              </a:spcBef>
              <a:buFont typeface="Arial" panose="020B0604020202020204" pitchFamily="34" charset="0"/>
              <a:buNone/>
            </a:pPr>
            <a:r>
              <a:rPr lang="en-US" b="1"/>
              <a:t>Cloud and DevOps Transformations</a:t>
            </a:r>
          </a:p>
          <a:p>
            <a:pPr marL="0" lvl="1" indent="0">
              <a:buFont typeface="Arial" panose="020B0604020202020204" pitchFamily="34" charset="0"/>
              <a:buNone/>
            </a:pPr>
            <a:r>
              <a:rPr lang="en-US"/>
              <a:t>Successfully executed multiple cloud and DevOps programs across strategic accounts, delivering measurable business value.</a:t>
            </a:r>
          </a:p>
          <a:p>
            <a:pPr marL="0" indent="0">
              <a:spcBef>
                <a:spcPts val="2500"/>
              </a:spcBef>
              <a:buFont typeface="Arial" panose="020B0604020202020204" pitchFamily="34" charset="0"/>
              <a:buNone/>
            </a:pPr>
            <a:r>
              <a:rPr lang="en-US" b="1"/>
              <a:t>DevSecOps and Governance Leadership</a:t>
            </a:r>
          </a:p>
          <a:p>
            <a:pPr marL="0" lvl="1" indent="0">
              <a:buFont typeface="Arial" panose="020B0604020202020204" pitchFamily="34" charset="0"/>
              <a:buNone/>
            </a:pPr>
            <a:r>
              <a:rPr lang="en-US"/>
              <a:t>Led adoption of DevSecOps, observability, and governance platforms to enhance delivery efficiency and client satisfaction.</a:t>
            </a:r>
          </a:p>
          <a:p>
            <a:pPr marL="0" indent="0">
              <a:spcBef>
                <a:spcPts val="2500"/>
              </a:spcBef>
              <a:buFont typeface="Arial" panose="020B0604020202020204" pitchFamily="34" charset="0"/>
              <a:buNone/>
            </a:pPr>
            <a:r>
              <a:rPr lang="en-US" b="1"/>
              <a:t>Team Growth and Development</a:t>
            </a:r>
          </a:p>
          <a:p>
            <a:pPr marL="0" lvl="1" indent="0">
              <a:buFont typeface="Arial" panose="020B0604020202020204" pitchFamily="34" charset="0"/>
              <a:buNone/>
            </a:pPr>
            <a:r>
              <a:rPr lang="en-US"/>
              <a:t>Expanded team size from two to six members, focusing on capability building and people development.</a:t>
            </a:r>
          </a:p>
          <a:p>
            <a:pPr marL="0" indent="0">
              <a:spcBef>
                <a:spcPts val="2500"/>
              </a:spcBef>
              <a:buFont typeface="Arial" panose="020B0604020202020204" pitchFamily="34" charset="0"/>
              <a:buNone/>
            </a:pPr>
            <a:r>
              <a:rPr lang="en-US" b="1"/>
              <a:t>Client Relationships and Pipeline</a:t>
            </a:r>
          </a:p>
          <a:p>
            <a:pPr marL="0" lvl="1" indent="0">
              <a:buFont typeface="Arial" panose="020B0604020202020204" pitchFamily="34" charset="0"/>
              <a:buNone/>
            </a:pPr>
            <a:r>
              <a:rPr lang="en-US"/>
              <a:t>Strengthened client relationships and built forward-looking pipeline opportunities for future engagement expansion.</a:t>
            </a:r>
          </a:p>
        </p:txBody>
      </p:sp>
    </p:spTree>
    <p:extLst>
      <p:ext uri="{BB962C8B-B14F-4D97-AF65-F5344CB8AC3E}">
        <p14:creationId xmlns:p14="http://schemas.microsoft.com/office/powerpoint/2010/main" val="283980749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4_273A27FD.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12627-2B75-CABE-6A47-93ABEB111A9F}"/>
              </a:ext>
            </a:extLst>
          </p:cNvPr>
          <p:cNvSpPr>
            <a:spLocks noGrp="1"/>
          </p:cNvSpPr>
          <p:nvPr>
            <p:ph type="title"/>
          </p:nvPr>
        </p:nvSpPr>
        <p:spPr>
          <a:xfrm>
            <a:off x="731520" y="2596896"/>
            <a:ext cx="8933688" cy="3566160"/>
          </a:xfrm>
        </p:spPr>
        <p:txBody>
          <a:bodyPr anchor="b">
            <a:normAutofit/>
          </a:bodyPr>
          <a:lstStyle/>
          <a:p>
            <a:r>
              <a:rPr lang="en-US"/>
              <a:t>Revenue Performance</a:t>
            </a:r>
          </a:p>
        </p:txBody>
      </p:sp>
    </p:spTree>
    <p:extLst>
      <p:ext uri="{BB962C8B-B14F-4D97-AF65-F5344CB8AC3E}">
        <p14:creationId xmlns:p14="http://schemas.microsoft.com/office/powerpoint/2010/main" val="65812274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5_B0CC587C.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2B2B8-8E29-E46D-F663-93ACFF1EAC36}"/>
              </a:ext>
            </a:extLst>
          </p:cNvPr>
          <p:cNvSpPr>
            <a:spLocks noGrp="1"/>
          </p:cNvSpPr>
          <p:nvPr>
            <p:ph type="title"/>
          </p:nvPr>
        </p:nvSpPr>
        <p:spPr>
          <a:xfrm>
            <a:off x="731520" y="3886200"/>
            <a:ext cx="3649468" cy="2048256"/>
          </a:xfrm>
        </p:spPr>
        <p:txBody>
          <a:bodyPr anchor="t">
            <a:normAutofit/>
          </a:bodyPr>
          <a:lstStyle/>
          <a:p>
            <a:r>
              <a:rPr lang="en-US"/>
              <a:t>Business Revenue Outcomes</a:t>
            </a:r>
          </a:p>
        </p:txBody>
      </p:sp>
      <p:pic>
        <p:nvPicPr>
          <p:cNvPr id="5" name="Content Placeholder 4" descr="Computer Monitor, Computer, Internet, Technology, E-commerce">
            <a:extLst>
              <a:ext uri="{FF2B5EF4-FFF2-40B4-BE49-F238E27FC236}">
                <a16:creationId xmlns:a16="http://schemas.microsoft.com/office/drawing/2014/main" id="{006DC475-0FDB-46A7-8F6D-92C7786EC449}"/>
              </a:ext>
            </a:extLst>
          </p:cNvPr>
          <p:cNvPicPr>
            <a:picLocks noGrp="1" noChangeAspect="1"/>
          </p:cNvPicPr>
          <p:nvPr>
            <p:ph type="pic" sz="quarter" idx="15"/>
          </p:nvPr>
        </p:nvPicPr>
        <p:blipFill>
          <a:blip r:embed="rId3"/>
          <a:srcRect l="24395" r="21328" b="-2"/>
          <a:stretch>
            <a:fillRect/>
          </a:stretch>
        </p:blipFill>
        <p:spPr>
          <a:xfrm>
            <a:off x="731518" y="10"/>
            <a:ext cx="3520440" cy="3648446"/>
          </a:xfrm>
        </p:spPr>
      </p:pic>
      <p:sp>
        <p:nvSpPr>
          <p:cNvPr id="4" name="Content Placeholder 3">
            <a:extLst>
              <a:ext uri="{FF2B5EF4-FFF2-40B4-BE49-F238E27FC236}">
                <a16:creationId xmlns:a16="http://schemas.microsoft.com/office/drawing/2014/main" id="{0632747D-B220-F555-2CD0-6020BC1A114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48072" y="704088"/>
            <a:ext cx="6428232" cy="5230368"/>
          </a:xfrm>
        </p:spPr>
        <p:txBody>
          <a:bodyPr>
            <a:normAutofit/>
          </a:bodyPr>
          <a:lstStyle/>
          <a:p>
            <a:pPr marL="0" indent="0">
              <a:spcBef>
                <a:spcPts val="2500"/>
              </a:spcBef>
              <a:buFont typeface="Arial" panose="020B0604020202020204" pitchFamily="34" charset="0"/>
              <a:buNone/>
            </a:pPr>
            <a:r>
              <a:rPr lang="en-US" b="1"/>
              <a:t>Generative Revenue Overachievement</a:t>
            </a:r>
          </a:p>
          <a:p>
            <a:pPr marL="0" lvl="1" indent="0">
              <a:buFont typeface="Arial" panose="020B0604020202020204" pitchFamily="34" charset="0"/>
              <a:buNone/>
            </a:pPr>
            <a:r>
              <a:rPr lang="en-US"/>
              <a:t>Achieved ₹3.57 Cr versus planned ₹2 Cr, showcasing strong sales influence and technical leadership.</a:t>
            </a:r>
          </a:p>
          <a:p>
            <a:pPr marL="0" indent="0">
              <a:spcBef>
                <a:spcPts val="2500"/>
              </a:spcBef>
              <a:buFont typeface="Arial" panose="020B0604020202020204" pitchFamily="34" charset="0"/>
              <a:buNone/>
            </a:pPr>
            <a:r>
              <a:rPr lang="en-US" b="1"/>
              <a:t>Managed Revenue Excellence</a:t>
            </a:r>
          </a:p>
          <a:p>
            <a:pPr marL="0" lvl="1" indent="0">
              <a:buFont typeface="Arial" panose="020B0604020202020204" pitchFamily="34" charset="0"/>
              <a:buNone/>
            </a:pPr>
            <a:r>
              <a:rPr lang="en-US"/>
              <a:t>Reported ₹3.18 Cr in managed revenue, demonstrating delivery excellence and sustained client trust.</a:t>
            </a:r>
          </a:p>
          <a:p>
            <a:pPr marL="0" indent="0">
              <a:spcBef>
                <a:spcPts val="2500"/>
              </a:spcBef>
              <a:buFont typeface="Arial" panose="020B0604020202020204" pitchFamily="34" charset="0"/>
              <a:buNone/>
            </a:pPr>
            <a:r>
              <a:rPr lang="en-US" b="1"/>
              <a:t>Total Revenue from Key Engagements</a:t>
            </a:r>
          </a:p>
          <a:p>
            <a:pPr marL="0" lvl="1" indent="0">
              <a:buFont typeface="Arial" panose="020B0604020202020204" pitchFamily="34" charset="0"/>
              <a:buNone/>
            </a:pPr>
            <a:r>
              <a:rPr lang="en-US"/>
              <a:t>Collected ₹2.55 Cr from DevOps, GenAI, and infrastructure assessment projects.</a:t>
            </a:r>
          </a:p>
          <a:p>
            <a:pPr marL="0" indent="0">
              <a:spcBef>
                <a:spcPts val="2500"/>
              </a:spcBef>
              <a:buFont typeface="Arial" panose="020B0604020202020204" pitchFamily="34" charset="0"/>
              <a:buNone/>
            </a:pPr>
            <a:r>
              <a:rPr lang="en-US" b="1"/>
              <a:t>Strong Sales Pipeline</a:t>
            </a:r>
          </a:p>
          <a:p>
            <a:pPr marL="0" lvl="1" indent="0">
              <a:buFont typeface="Arial" panose="020B0604020202020204" pitchFamily="34" charset="0"/>
              <a:buNone/>
            </a:pPr>
            <a:r>
              <a:rPr lang="en-US"/>
              <a:t>Pipeline valued at ₹3.03 Cr with opportunities in cloud optimization, observability, and GenAI.</a:t>
            </a:r>
          </a:p>
        </p:txBody>
      </p:sp>
    </p:spTree>
    <p:extLst>
      <p:ext uri="{BB962C8B-B14F-4D97-AF65-F5344CB8AC3E}">
        <p14:creationId xmlns:p14="http://schemas.microsoft.com/office/powerpoint/2010/main" val="29661820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6_E44FAA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1A397-6707-CC81-73DD-57010FE33EB4}"/>
              </a:ext>
            </a:extLst>
          </p:cNvPr>
          <p:cNvSpPr>
            <a:spLocks noGrp="1"/>
          </p:cNvSpPr>
          <p:nvPr>
            <p:ph type="title"/>
          </p:nvPr>
        </p:nvSpPr>
        <p:spPr>
          <a:xfrm>
            <a:off x="731520" y="2596896"/>
            <a:ext cx="8933688" cy="3566160"/>
          </a:xfrm>
        </p:spPr>
        <p:txBody>
          <a:bodyPr anchor="b">
            <a:normAutofit/>
          </a:bodyPr>
          <a:lstStyle/>
          <a:p>
            <a:r>
              <a:rPr lang="en-US"/>
              <a:t>Key Clients</a:t>
            </a:r>
          </a:p>
        </p:txBody>
      </p:sp>
    </p:spTree>
    <p:extLst>
      <p:ext uri="{BB962C8B-B14F-4D97-AF65-F5344CB8AC3E}">
        <p14:creationId xmlns:p14="http://schemas.microsoft.com/office/powerpoint/2010/main" val="38304263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7_D76E35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920F4-8227-87E7-196B-07311576CA18}"/>
              </a:ext>
            </a:extLst>
          </p:cNvPr>
          <p:cNvSpPr>
            <a:spLocks noGrp="1"/>
          </p:cNvSpPr>
          <p:nvPr>
            <p:ph type="title"/>
          </p:nvPr>
        </p:nvSpPr>
        <p:spPr>
          <a:xfrm>
            <a:off x="731520" y="312572"/>
            <a:ext cx="6858000" cy="923544"/>
          </a:xfrm>
        </p:spPr>
        <p:txBody>
          <a:bodyPr anchor="b">
            <a:normAutofit/>
          </a:bodyPr>
          <a:lstStyle/>
          <a:p>
            <a:r>
              <a:rPr lang="en-US"/>
              <a:t>Client Portfolio Overview</a:t>
            </a:r>
          </a:p>
        </p:txBody>
      </p:sp>
      <p:sp>
        <p:nvSpPr>
          <p:cNvPr id="4" name="Content Placeholder 3">
            <a:extLst>
              <a:ext uri="{FF2B5EF4-FFF2-40B4-BE49-F238E27FC236}">
                <a16:creationId xmlns:a16="http://schemas.microsoft.com/office/drawing/2014/main" id="{ED89F78F-5D01-4866-EF13-1A1D966FCFB6}"/>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380744"/>
            <a:ext cx="6858000" cy="4608576"/>
          </a:xfrm>
        </p:spPr>
        <p:txBody>
          <a:bodyPr>
            <a:normAutofit/>
          </a:bodyPr>
          <a:lstStyle/>
          <a:p>
            <a:pPr marL="0" indent="0">
              <a:spcBef>
                <a:spcPts val="2500"/>
              </a:spcBef>
              <a:buFont typeface="Arial" panose="020B0604020202020204" pitchFamily="34" charset="0"/>
              <a:buNone/>
            </a:pPr>
            <a:r>
              <a:rPr lang="en-US" b="1"/>
              <a:t>Unilever Engagement</a:t>
            </a:r>
          </a:p>
          <a:p>
            <a:pPr marL="0" lvl="1" indent="0">
              <a:buFont typeface="Arial" panose="020B0604020202020204" pitchFamily="34" charset="0"/>
              <a:buNone/>
            </a:pPr>
            <a:r>
              <a:rPr lang="en-US"/>
              <a:t>Executed Cloud Infrastructure and DevOps Architecture with leadership roles enhancing optimization and governance.</a:t>
            </a:r>
          </a:p>
          <a:p>
            <a:pPr marL="0" indent="0">
              <a:spcBef>
                <a:spcPts val="2500"/>
              </a:spcBef>
              <a:buFont typeface="Arial" panose="020B0604020202020204" pitchFamily="34" charset="0"/>
              <a:buNone/>
            </a:pPr>
            <a:r>
              <a:rPr lang="en-US" b="1"/>
              <a:t>GCPL GenAI Design</a:t>
            </a:r>
          </a:p>
          <a:p>
            <a:pPr marL="0" lvl="1" indent="0">
              <a:buFont typeface="Arial" panose="020B0604020202020204" pitchFamily="34" charset="0"/>
              <a:buNone/>
            </a:pPr>
            <a:r>
              <a:rPr lang="en-US"/>
              <a:t>Designed GenAI infrastructure on Azure supporting modern AI workloads for advanced technological solutions.</a:t>
            </a:r>
          </a:p>
          <a:p>
            <a:pPr marL="0" indent="0">
              <a:spcBef>
                <a:spcPts val="2500"/>
              </a:spcBef>
              <a:buFont typeface="Arial" panose="020B0604020202020204" pitchFamily="34" charset="0"/>
              <a:buNone/>
            </a:pPr>
            <a:r>
              <a:rPr lang="en-US" b="1"/>
              <a:t>MSIL Cloud Assessments</a:t>
            </a:r>
          </a:p>
          <a:p>
            <a:pPr marL="0" lvl="1" indent="0">
              <a:buFont typeface="Arial" panose="020B0604020202020204" pitchFamily="34" charset="0"/>
              <a:buNone/>
            </a:pPr>
            <a:r>
              <a:rPr lang="en-US"/>
              <a:t>Delivered Dataverse GenAI architecture on AWS and performed DevOps environment assessments for cloud modernization.</a:t>
            </a:r>
          </a:p>
          <a:p>
            <a:pPr marL="0" indent="0">
              <a:spcBef>
                <a:spcPts val="2500"/>
              </a:spcBef>
              <a:buFont typeface="Arial" panose="020B0604020202020204" pitchFamily="34" charset="0"/>
              <a:buNone/>
            </a:pPr>
            <a:r>
              <a:rPr lang="en-US" b="1"/>
              <a:t>Diverse Portfolio Strength</a:t>
            </a:r>
          </a:p>
          <a:p>
            <a:pPr marL="0" lvl="1" indent="0">
              <a:buFont typeface="Arial" panose="020B0604020202020204" pitchFamily="34" charset="0"/>
              <a:buNone/>
            </a:pPr>
            <a:r>
              <a:rPr lang="en-US"/>
              <a:t>Demonstrates broad technical capabilities and strong relationship building across multiple platforms and industries.</a:t>
            </a:r>
          </a:p>
        </p:txBody>
      </p:sp>
      <p:pic>
        <p:nvPicPr>
          <p:cNvPr id="5" name="Content Placeholder 4" descr="Cloud Computing Concept">
            <a:extLst>
              <a:ext uri="{FF2B5EF4-FFF2-40B4-BE49-F238E27FC236}">
                <a16:creationId xmlns:a16="http://schemas.microsoft.com/office/drawing/2014/main" id="{DE53A7D6-A5C9-4DCB-97F3-D14A91361C22}"/>
              </a:ext>
            </a:extLst>
          </p:cNvPr>
          <p:cNvPicPr>
            <a:picLocks noGrp="1" noChangeAspect="1"/>
          </p:cNvPicPr>
          <p:nvPr>
            <p:ph type="pic" sz="quarter" idx="15"/>
          </p:nvPr>
        </p:nvPicPr>
        <p:blipFill>
          <a:blip r:embed="rId3"/>
          <a:srcRect l="24723" r="30804" b="-1"/>
          <a:stretch>
            <a:fillRect/>
          </a:stretch>
        </p:blipFill>
        <p:spPr>
          <a:xfrm>
            <a:off x="8491126" y="603504"/>
            <a:ext cx="3085177" cy="5202936"/>
          </a:xfrm>
        </p:spPr>
      </p:pic>
    </p:spTree>
    <p:extLst>
      <p:ext uri="{BB962C8B-B14F-4D97-AF65-F5344CB8AC3E}">
        <p14:creationId xmlns:p14="http://schemas.microsoft.com/office/powerpoint/2010/main" val="36143239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08_5C8622DE.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DAB3C8-9EDC-65E7-BEA9-60FD80A73EFE}"/>
              </a:ext>
            </a:extLst>
          </p:cNvPr>
          <p:cNvSpPr>
            <a:spLocks noGrp="1"/>
          </p:cNvSpPr>
          <p:nvPr>
            <p:ph type="title"/>
          </p:nvPr>
        </p:nvSpPr>
        <p:spPr>
          <a:xfrm>
            <a:off x="731520" y="2596896"/>
            <a:ext cx="8933688" cy="3566160"/>
          </a:xfrm>
        </p:spPr>
        <p:txBody>
          <a:bodyPr anchor="b">
            <a:normAutofit/>
          </a:bodyPr>
          <a:lstStyle/>
          <a:p>
            <a:r>
              <a:rPr lang="en-US"/>
              <a:t>Key Project 1: CI/CD Pipeline</a:t>
            </a:r>
          </a:p>
        </p:txBody>
      </p:sp>
    </p:spTree>
    <p:extLst>
      <p:ext uri="{BB962C8B-B14F-4D97-AF65-F5344CB8AC3E}">
        <p14:creationId xmlns:p14="http://schemas.microsoft.com/office/powerpoint/2010/main" val="15522946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09_77B451F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53D593-9725-F036-48D0-23B7BB782506}"/>
              </a:ext>
            </a:extLst>
          </p:cNvPr>
          <p:cNvSpPr>
            <a:spLocks noGrp="1"/>
          </p:cNvSpPr>
          <p:nvPr>
            <p:ph type="title"/>
          </p:nvPr>
        </p:nvSpPr>
        <p:spPr>
          <a:xfrm>
            <a:off x="731520" y="312572"/>
            <a:ext cx="6858000" cy="923544"/>
          </a:xfrm>
        </p:spPr>
        <p:txBody>
          <a:bodyPr anchor="b">
            <a:normAutofit/>
          </a:bodyPr>
          <a:lstStyle/>
          <a:p>
            <a:r>
              <a:rPr lang="en-US"/>
              <a:t>ACS Unified CI/CD Pipeline Delivery</a:t>
            </a:r>
          </a:p>
        </p:txBody>
      </p:sp>
      <p:sp>
        <p:nvSpPr>
          <p:cNvPr id="4" name="Content Placeholder 3">
            <a:extLst>
              <a:ext uri="{FF2B5EF4-FFF2-40B4-BE49-F238E27FC236}">
                <a16:creationId xmlns:a16="http://schemas.microsoft.com/office/drawing/2014/main" id="{209397BB-47C8-AF38-1020-57BD38D9779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380744"/>
            <a:ext cx="6858000" cy="4608576"/>
          </a:xfrm>
        </p:spPr>
        <p:txBody>
          <a:bodyPr>
            <a:normAutofit/>
          </a:bodyPr>
          <a:lstStyle/>
          <a:p>
            <a:pPr marL="0" indent="0">
              <a:spcBef>
                <a:spcPts val="2500"/>
              </a:spcBef>
              <a:buFont typeface="Arial" panose="020B0604020202020204" pitchFamily="34" charset="0"/>
              <a:buNone/>
            </a:pPr>
            <a:r>
              <a:rPr lang="en-US" b="1"/>
              <a:t>Scalable DevSecOps Framework</a:t>
            </a:r>
          </a:p>
          <a:p>
            <a:pPr marL="0" lvl="1" indent="0">
              <a:buFont typeface="Arial" panose="020B0604020202020204" pitchFamily="34" charset="0"/>
              <a:buNone/>
            </a:pPr>
            <a:r>
              <a:rPr lang="en-US"/>
              <a:t>Designed and implemented a scalable DevSecOps framework integrating code quality and security scanning in Azure DevOps.</a:t>
            </a:r>
          </a:p>
          <a:p>
            <a:pPr marL="0" indent="0">
              <a:spcBef>
                <a:spcPts val="2500"/>
              </a:spcBef>
              <a:buFont typeface="Arial" panose="020B0604020202020204" pitchFamily="34" charset="0"/>
              <a:buNone/>
            </a:pPr>
            <a:r>
              <a:rPr lang="en-US" b="1"/>
              <a:t>Standardized Image Model</a:t>
            </a:r>
          </a:p>
          <a:p>
            <a:pPr marL="0" lvl="1" indent="0">
              <a:buFont typeface="Arial" panose="020B0604020202020204" pitchFamily="34" charset="0"/>
              <a:buNone/>
            </a:pPr>
            <a:r>
              <a:rPr lang="en-US"/>
              <a:t>Introduced a standardized image model ensuring consistency across development, testing, and production environments.</a:t>
            </a:r>
          </a:p>
          <a:p>
            <a:pPr marL="0" indent="0">
              <a:spcBef>
                <a:spcPts val="2500"/>
              </a:spcBef>
              <a:buFont typeface="Arial" panose="020B0604020202020204" pitchFamily="34" charset="0"/>
              <a:buNone/>
            </a:pPr>
            <a:r>
              <a:rPr lang="en-US" b="1"/>
              <a:t>Improved Deployment Efficiency</a:t>
            </a:r>
          </a:p>
          <a:p>
            <a:pPr marL="0" lvl="1" indent="0">
              <a:buFont typeface="Arial" panose="020B0604020202020204" pitchFamily="34" charset="0"/>
              <a:buNone/>
            </a:pPr>
            <a:r>
              <a:rPr lang="en-US"/>
              <a:t>Reduced deployment time by 50%, significantly improving release velocity and operational efficiency.</a:t>
            </a:r>
          </a:p>
          <a:p>
            <a:pPr marL="0" indent="0">
              <a:spcBef>
                <a:spcPts val="2500"/>
              </a:spcBef>
              <a:buFont typeface="Arial" panose="020B0604020202020204" pitchFamily="34" charset="0"/>
              <a:buNone/>
            </a:pPr>
            <a:r>
              <a:rPr lang="en-US" b="1"/>
              <a:t>Enhanced Pipeline Stability</a:t>
            </a:r>
          </a:p>
          <a:p>
            <a:pPr marL="0" lvl="1" indent="0">
              <a:buFont typeface="Arial" panose="020B0604020202020204" pitchFamily="34" charset="0"/>
              <a:buNone/>
            </a:pPr>
            <a:r>
              <a:rPr lang="en-US"/>
              <a:t>Achieved 100% pipeline availability, enhancing stability, predictability, and audit readiness.</a:t>
            </a:r>
          </a:p>
        </p:txBody>
      </p:sp>
      <p:pic>
        <p:nvPicPr>
          <p:cNvPr id="5" name="Content Placeholder 4" descr="Cloud Computing">
            <a:extLst>
              <a:ext uri="{FF2B5EF4-FFF2-40B4-BE49-F238E27FC236}">
                <a16:creationId xmlns:a16="http://schemas.microsoft.com/office/drawing/2014/main" id="{02E12893-2405-4052-A602-4A065CE11D5B}"/>
              </a:ext>
            </a:extLst>
          </p:cNvPr>
          <p:cNvPicPr>
            <a:picLocks noGrp="1" noChangeAspect="1"/>
          </p:cNvPicPr>
          <p:nvPr>
            <p:ph type="pic" sz="quarter" idx="15"/>
          </p:nvPr>
        </p:nvPicPr>
        <p:blipFill>
          <a:blip r:embed="rId3"/>
          <a:srcRect l="18472" r="37055" b="-1"/>
          <a:stretch>
            <a:fillRect/>
          </a:stretch>
        </p:blipFill>
        <p:spPr>
          <a:xfrm>
            <a:off x="8491126" y="603504"/>
            <a:ext cx="3085177" cy="5202936"/>
          </a:xfrm>
        </p:spPr>
      </p:pic>
    </p:spTree>
    <p:extLst>
      <p:ext uri="{BB962C8B-B14F-4D97-AF65-F5344CB8AC3E}">
        <p14:creationId xmlns:p14="http://schemas.microsoft.com/office/powerpoint/2010/main" val="20083061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10_952B4D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0169D-67FA-66D2-DA9E-DD82355063AF}"/>
              </a:ext>
            </a:extLst>
          </p:cNvPr>
          <p:cNvSpPr>
            <a:spLocks noGrp="1"/>
          </p:cNvSpPr>
          <p:nvPr>
            <p:ph type="title"/>
          </p:nvPr>
        </p:nvSpPr>
        <p:spPr>
          <a:xfrm>
            <a:off x="731520" y="2596896"/>
            <a:ext cx="8933688" cy="3566160"/>
          </a:xfrm>
        </p:spPr>
        <p:txBody>
          <a:bodyPr anchor="b">
            <a:normAutofit/>
          </a:bodyPr>
          <a:lstStyle/>
          <a:p>
            <a:r>
              <a:rPr lang="en-US"/>
              <a:t>Leadership &amp; Contributions</a:t>
            </a:r>
          </a:p>
        </p:txBody>
      </p:sp>
    </p:spTree>
    <p:extLst>
      <p:ext uri="{BB962C8B-B14F-4D97-AF65-F5344CB8AC3E}">
        <p14:creationId xmlns:p14="http://schemas.microsoft.com/office/powerpoint/2010/main" val="25026429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11_32A88D4C.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83E37-0BEC-0124-F7A1-BB2FD2A17760}"/>
              </a:ext>
            </a:extLst>
          </p:cNvPr>
          <p:cNvSpPr>
            <a:spLocks noGrp="1"/>
          </p:cNvSpPr>
          <p:nvPr>
            <p:ph type="title"/>
          </p:nvPr>
        </p:nvSpPr>
        <p:spPr>
          <a:xfrm>
            <a:off x="731520" y="312572"/>
            <a:ext cx="6858000" cy="923544"/>
          </a:xfrm>
        </p:spPr>
        <p:txBody>
          <a:bodyPr anchor="b">
            <a:normAutofit/>
          </a:bodyPr>
          <a:lstStyle/>
          <a:p>
            <a:r>
              <a:rPr lang="en-US"/>
              <a:t>Technical &amp; Strategic Contributions</a:t>
            </a:r>
          </a:p>
        </p:txBody>
      </p:sp>
      <p:sp>
        <p:nvSpPr>
          <p:cNvPr id="4" name="Content Placeholder 3">
            <a:extLst>
              <a:ext uri="{FF2B5EF4-FFF2-40B4-BE49-F238E27FC236}">
                <a16:creationId xmlns:a16="http://schemas.microsoft.com/office/drawing/2014/main" id="{8D9335E2-F433-0E48-1C04-863A080E0DAB}"/>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380744"/>
            <a:ext cx="6858000" cy="4608576"/>
          </a:xfrm>
        </p:spPr>
        <p:txBody>
          <a:bodyPr>
            <a:normAutofit/>
          </a:bodyPr>
          <a:lstStyle/>
          <a:p>
            <a:pPr marL="0" indent="0">
              <a:spcBef>
                <a:spcPts val="2500"/>
              </a:spcBef>
              <a:buFont typeface="Arial" panose="020B0604020202020204" pitchFamily="34" charset="0"/>
              <a:buNone/>
            </a:pPr>
            <a:r>
              <a:rPr lang="en-US" b="1"/>
              <a:t>Mentorship and Capability Building</a:t>
            </a:r>
          </a:p>
          <a:p>
            <a:pPr marL="0" lvl="1" indent="0">
              <a:buFont typeface="Arial" panose="020B0604020202020204" pitchFamily="34" charset="0"/>
              <a:buNone/>
            </a:pPr>
            <a:r>
              <a:rPr lang="en-US"/>
              <a:t>Mentored an intern to develop three functional solutions, enhancing internal capabilities and team growth.</a:t>
            </a:r>
          </a:p>
          <a:p>
            <a:pPr marL="0" indent="0">
              <a:spcBef>
                <a:spcPts val="2500"/>
              </a:spcBef>
              <a:buFont typeface="Arial" panose="020B0604020202020204" pitchFamily="34" charset="0"/>
              <a:buNone/>
            </a:pPr>
            <a:r>
              <a:rPr lang="en-US" b="1"/>
              <a:t>Strategic Project Participation</a:t>
            </a:r>
          </a:p>
          <a:p>
            <a:pPr marL="0" lvl="1" indent="0">
              <a:buFont typeface="Arial" panose="020B0604020202020204" pitchFamily="34" charset="0"/>
              <a:buNone/>
            </a:pPr>
            <a:r>
              <a:rPr lang="en-US"/>
              <a:t>Contributed to four major RFP initiatives, supporting pipeline creation with significant revenue potential.</a:t>
            </a:r>
          </a:p>
          <a:p>
            <a:pPr marL="0" indent="0">
              <a:spcBef>
                <a:spcPts val="2500"/>
              </a:spcBef>
              <a:buFont typeface="Arial" panose="020B0604020202020204" pitchFamily="34" charset="0"/>
              <a:buNone/>
            </a:pPr>
            <a:r>
              <a:rPr lang="en-US" b="1"/>
              <a:t>Audit and Compliance Contributions</a:t>
            </a:r>
          </a:p>
          <a:p>
            <a:pPr marL="0" lvl="1" indent="0">
              <a:buFont typeface="Arial" panose="020B0604020202020204" pitchFamily="34" charset="0"/>
              <a:buNone/>
            </a:pPr>
            <a:r>
              <a:rPr lang="en-US"/>
              <a:t>Supported internal and client-facing audits ensuring compliance readiness and risk management.</a:t>
            </a:r>
          </a:p>
          <a:p>
            <a:pPr marL="0" indent="0">
              <a:spcBef>
                <a:spcPts val="2500"/>
              </a:spcBef>
              <a:buFont typeface="Arial" panose="020B0604020202020204" pitchFamily="34" charset="0"/>
              <a:buNone/>
            </a:pPr>
            <a:r>
              <a:rPr lang="en-US" b="1"/>
              <a:t>Leadership and Certification Achievements</a:t>
            </a:r>
          </a:p>
          <a:p>
            <a:pPr marL="0" lvl="1" indent="0">
              <a:buFont typeface="Arial" panose="020B0604020202020204" pitchFamily="34" charset="0"/>
              <a:buNone/>
            </a:pPr>
            <a:r>
              <a:rPr lang="en-US"/>
              <a:t>Guided project teams through dependencies and stakeholder interaction while achieving four professional certifications.</a:t>
            </a:r>
          </a:p>
        </p:txBody>
      </p:sp>
      <p:pic>
        <p:nvPicPr>
          <p:cNvPr id="5" name="Content Placeholder 4" descr="Business team forming words from alphabet blocks.">
            <a:extLst>
              <a:ext uri="{FF2B5EF4-FFF2-40B4-BE49-F238E27FC236}">
                <a16:creationId xmlns:a16="http://schemas.microsoft.com/office/drawing/2014/main" id="{B522411B-48F1-46AB-BBC0-6E7D4C0E3B98}"/>
              </a:ext>
            </a:extLst>
          </p:cNvPr>
          <p:cNvPicPr>
            <a:picLocks noGrp="1" noChangeAspect="1"/>
          </p:cNvPicPr>
          <p:nvPr>
            <p:ph type="pic" sz="quarter" idx="15"/>
          </p:nvPr>
        </p:nvPicPr>
        <p:blipFill>
          <a:blip r:embed="rId3"/>
          <a:srcRect l="31641" r="22701" b="2"/>
          <a:stretch>
            <a:fillRect/>
          </a:stretch>
        </p:blipFill>
        <p:spPr>
          <a:xfrm>
            <a:off x="8491126" y="603504"/>
            <a:ext cx="3085177" cy="5202936"/>
          </a:xfrm>
        </p:spPr>
      </p:pic>
    </p:spTree>
    <p:extLst>
      <p:ext uri="{BB962C8B-B14F-4D97-AF65-F5344CB8AC3E}">
        <p14:creationId xmlns:p14="http://schemas.microsoft.com/office/powerpoint/2010/main" val="8499070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12_BF044C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D1696-C64A-295E-2B35-2C3EF6331F88}"/>
              </a:ext>
            </a:extLst>
          </p:cNvPr>
          <p:cNvSpPr>
            <a:spLocks noGrp="1"/>
          </p:cNvSpPr>
          <p:nvPr>
            <p:ph type="title"/>
          </p:nvPr>
        </p:nvSpPr>
        <p:spPr>
          <a:xfrm>
            <a:off x="731520" y="2596896"/>
            <a:ext cx="8933688" cy="3566160"/>
          </a:xfrm>
        </p:spPr>
        <p:txBody>
          <a:bodyPr anchor="b">
            <a:normAutofit/>
          </a:bodyPr>
          <a:lstStyle/>
          <a:p>
            <a:r>
              <a:rPr lang="en-US"/>
              <a:t>Challenges &amp; Mitigation</a:t>
            </a:r>
          </a:p>
        </p:txBody>
      </p:sp>
    </p:spTree>
    <p:extLst>
      <p:ext uri="{BB962C8B-B14F-4D97-AF65-F5344CB8AC3E}">
        <p14:creationId xmlns:p14="http://schemas.microsoft.com/office/powerpoint/2010/main" val="32047299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13_49544F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BE317-1CD1-D05B-5AE8-694BBBEC6A96}"/>
              </a:ext>
            </a:extLst>
          </p:cNvPr>
          <p:cNvSpPr>
            <a:spLocks noGrp="1"/>
          </p:cNvSpPr>
          <p:nvPr>
            <p:ph type="title"/>
          </p:nvPr>
        </p:nvSpPr>
        <p:spPr>
          <a:xfrm>
            <a:off x="731520" y="312572"/>
            <a:ext cx="6858000" cy="923544"/>
          </a:xfrm>
        </p:spPr>
        <p:txBody>
          <a:bodyPr anchor="b">
            <a:normAutofit/>
          </a:bodyPr>
          <a:lstStyle/>
          <a:p>
            <a:r>
              <a:rPr lang="en-US"/>
              <a:t>Operational Challenges and Responses</a:t>
            </a:r>
          </a:p>
        </p:txBody>
      </p:sp>
      <p:sp>
        <p:nvSpPr>
          <p:cNvPr id="4" name="Content Placeholder 3">
            <a:extLst>
              <a:ext uri="{FF2B5EF4-FFF2-40B4-BE49-F238E27FC236}">
                <a16:creationId xmlns:a16="http://schemas.microsoft.com/office/drawing/2014/main" id="{3E491DFD-60FA-6FC1-3370-3D4AD484E793}"/>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380744"/>
            <a:ext cx="6858000" cy="4608576"/>
          </a:xfrm>
        </p:spPr>
        <p:txBody>
          <a:bodyPr>
            <a:normAutofit/>
          </a:bodyPr>
          <a:lstStyle/>
          <a:p>
            <a:pPr marL="0" indent="0">
              <a:spcBef>
                <a:spcPts val="2500"/>
              </a:spcBef>
              <a:buFont typeface="Arial" panose="020B0604020202020204" pitchFamily="34" charset="0"/>
              <a:buNone/>
            </a:pPr>
            <a:r>
              <a:rPr lang="en-US" b="1"/>
              <a:t>Challenges in Project Execution</a:t>
            </a:r>
          </a:p>
          <a:p>
            <a:pPr marL="0" lvl="1" indent="0">
              <a:buFont typeface="Arial" panose="020B0604020202020204" pitchFamily="34" charset="0"/>
              <a:buNone/>
            </a:pPr>
            <a:r>
              <a:rPr lang="en-US"/>
              <a:t>Key challenges included client dependency delays, resource shortages in specialized skills, and unclear project scope early on.</a:t>
            </a:r>
          </a:p>
          <a:p>
            <a:pPr marL="0" indent="0">
              <a:spcBef>
                <a:spcPts val="2500"/>
              </a:spcBef>
              <a:buFont typeface="Arial" panose="020B0604020202020204" pitchFamily="34" charset="0"/>
              <a:buNone/>
            </a:pPr>
            <a:r>
              <a:rPr lang="en-US" b="1"/>
              <a:t>Managing Multiple Engagements</a:t>
            </a:r>
          </a:p>
          <a:p>
            <a:pPr marL="0" lvl="1" indent="0">
              <a:buFont typeface="Arial" panose="020B0604020202020204" pitchFamily="34" charset="0"/>
              <a:buNone/>
            </a:pPr>
            <a:r>
              <a:rPr lang="en-US"/>
              <a:t>Coordinating multiple simultaneous projects increased complexity requiring careful prioritization and resource management.</a:t>
            </a:r>
          </a:p>
          <a:p>
            <a:pPr marL="0" indent="0">
              <a:spcBef>
                <a:spcPts val="2500"/>
              </a:spcBef>
              <a:buFont typeface="Arial" panose="020B0604020202020204" pitchFamily="34" charset="0"/>
              <a:buNone/>
            </a:pPr>
            <a:r>
              <a:rPr lang="en-US" b="1"/>
              <a:t>Mitigation Strategies</a:t>
            </a:r>
          </a:p>
          <a:p>
            <a:pPr marL="0" lvl="1" indent="0">
              <a:buFont typeface="Arial" panose="020B0604020202020204" pitchFamily="34" charset="0"/>
              <a:buNone/>
            </a:pPr>
            <a:r>
              <a:rPr lang="en-US"/>
              <a:t>Mitigation involved stakeholder alignment meetings, requirement workshops, optimized resource allocation, and prioritization models.</a:t>
            </a:r>
          </a:p>
          <a:p>
            <a:pPr marL="0" indent="0">
              <a:spcBef>
                <a:spcPts val="2500"/>
              </a:spcBef>
              <a:buFont typeface="Arial" panose="020B0604020202020204" pitchFamily="34" charset="0"/>
              <a:buNone/>
            </a:pPr>
            <a:r>
              <a:rPr lang="en-US" b="1"/>
              <a:t>Ensuring Continuity and Quality</a:t>
            </a:r>
          </a:p>
          <a:p>
            <a:pPr marL="0" lvl="1" indent="0">
              <a:buFont typeface="Arial" panose="020B0604020202020204" pitchFamily="34" charset="0"/>
              <a:buNone/>
            </a:pPr>
            <a:r>
              <a:rPr lang="en-US"/>
              <a:t>These strategies ensured continuous progress, upheld delivery quality, and improved stakeholder communication.</a:t>
            </a:r>
          </a:p>
        </p:txBody>
      </p:sp>
      <p:pic>
        <p:nvPicPr>
          <p:cNvPr id="5" name="Content Placeholder 4" descr="High angle shot of a diverse group of businesspeople going through paperwork in an office">
            <a:extLst>
              <a:ext uri="{FF2B5EF4-FFF2-40B4-BE49-F238E27FC236}">
                <a16:creationId xmlns:a16="http://schemas.microsoft.com/office/drawing/2014/main" id="{B7ADF637-4F89-4F11-9B2C-AB94686576E4}"/>
              </a:ext>
            </a:extLst>
          </p:cNvPr>
          <p:cNvPicPr>
            <a:picLocks noGrp="1" noChangeAspect="1"/>
          </p:cNvPicPr>
          <p:nvPr>
            <p:ph type="pic" sz="quarter" idx="15"/>
          </p:nvPr>
        </p:nvPicPr>
        <p:blipFill>
          <a:blip r:embed="rId3"/>
          <a:srcRect l="24983" r="28172"/>
          <a:stretch>
            <a:fillRect/>
          </a:stretch>
        </p:blipFill>
        <p:spPr>
          <a:xfrm>
            <a:off x="8491126" y="603504"/>
            <a:ext cx="3085177" cy="5202936"/>
          </a:xfrm>
        </p:spPr>
      </p:pic>
    </p:spTree>
    <p:extLst>
      <p:ext uri="{BB962C8B-B14F-4D97-AF65-F5344CB8AC3E}">
        <p14:creationId xmlns:p14="http://schemas.microsoft.com/office/powerpoint/2010/main" val="12302621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_A14_C70CC6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181A9-6370-0767-C47E-A4759A09F4E4}"/>
              </a:ext>
            </a:extLst>
          </p:cNvPr>
          <p:cNvSpPr>
            <a:spLocks noGrp="1"/>
          </p:cNvSpPr>
          <p:nvPr>
            <p:ph type="title"/>
          </p:nvPr>
        </p:nvSpPr>
        <p:spPr>
          <a:xfrm>
            <a:off x="731520" y="2596896"/>
            <a:ext cx="8933688" cy="3566160"/>
          </a:xfrm>
        </p:spPr>
        <p:txBody>
          <a:bodyPr anchor="b">
            <a:normAutofit/>
          </a:bodyPr>
          <a:lstStyle/>
          <a:p>
            <a:r>
              <a:rPr lang="en-US"/>
              <a:t>H2 Commitments</a:t>
            </a:r>
          </a:p>
        </p:txBody>
      </p:sp>
    </p:spTree>
    <p:extLst>
      <p:ext uri="{BB962C8B-B14F-4D97-AF65-F5344CB8AC3E}">
        <p14:creationId xmlns:p14="http://schemas.microsoft.com/office/powerpoint/2010/main" val="33395032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_A15_38A05D6D.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9243B-414D-DF6E-3F87-D6E827AA33D3}"/>
              </a:ext>
            </a:extLst>
          </p:cNvPr>
          <p:cNvSpPr>
            <a:spLocks noGrp="1"/>
          </p:cNvSpPr>
          <p:nvPr>
            <p:ph type="title"/>
          </p:nvPr>
        </p:nvSpPr>
        <p:spPr>
          <a:xfrm>
            <a:off x="731520" y="312572"/>
            <a:ext cx="6858000" cy="923544"/>
          </a:xfrm>
        </p:spPr>
        <p:txBody>
          <a:bodyPr anchor="b">
            <a:normAutofit/>
          </a:bodyPr>
          <a:lstStyle/>
          <a:p>
            <a:r>
              <a:rPr lang="en-US"/>
              <a:t>Future Roadmap and Priorities</a:t>
            </a:r>
          </a:p>
        </p:txBody>
      </p:sp>
      <p:sp>
        <p:nvSpPr>
          <p:cNvPr id="4" name="Content Placeholder 3">
            <a:extLst>
              <a:ext uri="{FF2B5EF4-FFF2-40B4-BE49-F238E27FC236}">
                <a16:creationId xmlns:a16="http://schemas.microsoft.com/office/drawing/2014/main" id="{3FEF30D2-B731-AB4D-8EDA-FEC2F04635F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31520" y="1380744"/>
            <a:ext cx="6858000" cy="4608576"/>
          </a:xfrm>
        </p:spPr>
        <p:txBody>
          <a:bodyPr>
            <a:normAutofit/>
          </a:bodyPr>
          <a:lstStyle/>
          <a:p>
            <a:pPr marL="0" indent="0">
              <a:spcBef>
                <a:spcPts val="2500"/>
              </a:spcBef>
              <a:buFont typeface="Arial" panose="020B0604020202020204" pitchFamily="34" charset="0"/>
              <a:buNone/>
            </a:pPr>
            <a:r>
              <a:rPr lang="en-US" b="1"/>
              <a:t>Revenue and Transformation Goals</a:t>
            </a:r>
          </a:p>
          <a:p>
            <a:pPr marL="0" lvl="1" indent="0">
              <a:buFont typeface="Arial" panose="020B0604020202020204" pitchFamily="34" charset="0"/>
              <a:buNone/>
            </a:pPr>
            <a:r>
              <a:rPr lang="en-US"/>
              <a:t>Achieve ₹2 Cr revenue by expanding high-value transformation initiatives focused on sustainable growth.</a:t>
            </a:r>
          </a:p>
          <a:p>
            <a:pPr marL="0" indent="0">
              <a:spcBef>
                <a:spcPts val="2500"/>
              </a:spcBef>
              <a:buFont typeface="Arial" panose="020B0604020202020204" pitchFamily="34" charset="0"/>
              <a:buNone/>
            </a:pPr>
            <a:r>
              <a:rPr lang="en-US" b="1"/>
              <a:t>Cloud-Native Modernization</a:t>
            </a:r>
          </a:p>
          <a:p>
            <a:pPr marL="0" lvl="1" indent="0">
              <a:buFont typeface="Arial" panose="020B0604020202020204" pitchFamily="34" charset="0"/>
              <a:buNone/>
            </a:pPr>
            <a:r>
              <a:rPr lang="en-US"/>
              <a:t>Focus on cloud-native modernization and critical cloud migrations including ACS bot migration to GCP.</a:t>
            </a:r>
          </a:p>
          <a:p>
            <a:pPr marL="0" indent="0">
              <a:spcBef>
                <a:spcPts val="2500"/>
              </a:spcBef>
              <a:buFont typeface="Arial" panose="020B0604020202020204" pitchFamily="34" charset="0"/>
              <a:buNone/>
            </a:pPr>
            <a:r>
              <a:rPr lang="en-US" b="1"/>
              <a:t>DevOps and DevSecOps Advancements</a:t>
            </a:r>
          </a:p>
          <a:p>
            <a:pPr marL="0" lvl="1" indent="0">
              <a:buFont typeface="Arial" panose="020B0604020202020204" pitchFamily="34" charset="0"/>
              <a:buNone/>
            </a:pPr>
            <a:r>
              <a:rPr lang="en-US"/>
              <a:t>Advance DevOps maturity and scale Phase 3 of unified DevSecOps pipeline implementation for key clients.</a:t>
            </a:r>
          </a:p>
          <a:p>
            <a:pPr marL="0" indent="0">
              <a:spcBef>
                <a:spcPts val="2500"/>
              </a:spcBef>
              <a:buFont typeface="Arial" panose="020B0604020202020204" pitchFamily="34" charset="0"/>
              <a:buNone/>
            </a:pPr>
            <a:r>
              <a:rPr lang="en-US" b="1"/>
              <a:t>Security and Observability Enhancements</a:t>
            </a:r>
          </a:p>
          <a:p>
            <a:pPr marL="0" lvl="1" indent="0">
              <a:buFont typeface="Arial" panose="020B0604020202020204" pitchFamily="34" charset="0"/>
              <a:buNone/>
            </a:pPr>
            <a:r>
              <a:rPr lang="en-US"/>
              <a:t>Expand observability with NewRelic and improve security by addressing vulnerabilities and strengthening network security.</a:t>
            </a:r>
          </a:p>
        </p:txBody>
      </p:sp>
      <p:pic>
        <p:nvPicPr>
          <p:cNvPr id="5" name="Content Placeholder 4" descr="A wall painted with an arrow and a dartboard">
            <a:extLst>
              <a:ext uri="{FF2B5EF4-FFF2-40B4-BE49-F238E27FC236}">
                <a16:creationId xmlns:a16="http://schemas.microsoft.com/office/drawing/2014/main" id="{96291C43-F4B1-4FD8-A7F5-662BF0FA3FBD}"/>
              </a:ext>
            </a:extLst>
          </p:cNvPr>
          <p:cNvPicPr>
            <a:picLocks noGrp="1" noChangeAspect="1"/>
          </p:cNvPicPr>
          <p:nvPr>
            <p:ph type="pic" sz="quarter" idx="15"/>
          </p:nvPr>
        </p:nvPicPr>
        <p:blipFill>
          <a:blip r:embed="rId3"/>
          <a:srcRect l="57603"/>
          <a:stretch>
            <a:fillRect/>
          </a:stretch>
        </p:blipFill>
        <p:spPr>
          <a:xfrm>
            <a:off x="8491126" y="603504"/>
            <a:ext cx="3085177" cy="5202936"/>
          </a:xfrm>
        </p:spPr>
      </p:pic>
    </p:spTree>
    <p:extLst>
      <p:ext uri="{BB962C8B-B14F-4D97-AF65-F5344CB8AC3E}">
        <p14:creationId xmlns:p14="http://schemas.microsoft.com/office/powerpoint/2010/main" val="95003377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_0_307A615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_80000000_B236BCD5.xml><?xml version="1.0" encoding="utf-8"?>
<a:theme xmlns:a="http://schemas.openxmlformats.org/drawingml/2006/main" name="GradientRise">
  <a:themeElements>
    <a:clrScheme name="GradientRise">
      <a:dk1>
        <a:sysClr val="windowText" lastClr="000000"/>
      </a:dk1>
      <a:lt1>
        <a:srgbClr val="FFFFFF"/>
      </a:lt1>
      <a:dk2>
        <a:srgbClr val="3C0F3A"/>
      </a:dk2>
      <a:lt2>
        <a:srgbClr val="F1F2F2"/>
      </a:lt2>
      <a:accent1>
        <a:srgbClr val="A6025C"/>
      </a:accent1>
      <a:accent2>
        <a:srgbClr val="92248E"/>
      </a:accent2>
      <a:accent3>
        <a:srgbClr val="DE95C4"/>
      </a:accent3>
      <a:accent4>
        <a:srgbClr val="FE4A00"/>
      </a:accent4>
      <a:accent5>
        <a:srgbClr val="DA002F"/>
      </a:accent5>
      <a:accent6>
        <a:srgbClr val="FF907A"/>
      </a:accent6>
      <a:hlink>
        <a:srgbClr val="CA71E4"/>
      </a:hlink>
      <a:folHlink>
        <a:srgbClr val="E45E49"/>
      </a:folHlink>
    </a:clrScheme>
    <a:fontScheme name="GradientRise">
      <a:majorFont>
        <a:latin typeface="Avenir Next LT Pro"/>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radientRise" id="{FF74CFCA-15A8-4A19-8791-A4B07AC19AED}" vid="{4F1DA30D-FBF7-47F9-8AB5-ACED5332D3E0}"/>
    </a:ext>
  </a:extLst>
</a:theme>
</file>

<file path=docProps/core.xml><?xml version="1.0" encoding="utf-8"?>
<cp:coreProperties xmlns:cp="http://schemas.openxmlformats.org/package/2006/metadata/core-properties" xmlns:dc="http://purl.org/dc/elements/1.1/" xmlns:dcterms="http://purl.org/dc/terms/" xmlns:xsi="http://www.w3.org/2001/XMLSchema-instance">
  <dc:creator>Manivel.M@in.ey.com</dc:creator>
  <cp:lastModifiedBy>Manivel.M@in.ey.com</cp:lastModifiedBy>
</cp:coreProperties>
</file>