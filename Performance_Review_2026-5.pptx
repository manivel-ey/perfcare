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Revenue: Target vs Achieved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Generative Revenue</c:v>
                  </c:pt>
                  <c:pt idx="1">
                    <c:v>Managed Revenue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Generative Revenue</c:v>
                  </c:pt>
                  <c:pt idx="1">
                    <c:v>Managed Revenue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3.57</c:v>
                </c:pt>
                <c:pt idx="1">
                  <c:v>3.18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PERFORMANCE REVIEW ·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Manivel 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Senior Manager – Cloud &amp; DevOps Architect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3840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Delivery Excellence  ·  Revenue Growth  ·  Client Impact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47472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Performance Discussion – FY 2025–26  ·  Director &amp; Partner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1993392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₹2.55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Revenue Collected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Payments received this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914400"/>
            <a:ext cx="1993392" cy="1554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₹3.03 Cr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Invoices Raised — Pending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Billed, payment expected ~Sep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914400"/>
            <a:ext cx="1993392" cy="1554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178%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Gen. Revenue Achievement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₹3.57 Cr vs ₹2 Cr target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914400"/>
            <a:ext cx="1993392" cy="155448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₹5.58 Cr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Billed This Year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Collected + Invoiced (Excl. Managed)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Highlights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Recognized as trusted Architect &amp; Engagement Lead — led Cloud &amp; DevOps transformation across Unilever, GCPL, and MSIL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92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Delivered 3 high-impact programs: ACS Unified DevSecOps Pipeline (Phase 1 &amp; 2), NewRelic Observability Pilot, HAP LaunchPad 2.0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767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Expanded DevOps capability from 2 → 6 members; built reusable DevSecOps frameworks and scalable architecture patterns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₹2.55 Cr collected; ₹3.03 Cr invoiced &amp; pending receipt (~Sep) — total billed ₹5.58 Cr across Generative &amp; Managed revenue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45171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Supported 4 RFP opportunities; participated in ESE &amp; GCC audits; completed 4 certifications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PERFORMANCE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914400"/>
            <a:ext cx="356616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30352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COLLECTED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349240" y="132588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SLMC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589520" y="132588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₹12.0 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349240" y="1467612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PMI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589520" y="1467612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₹14.0 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349240" y="1609344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(Vijay)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89520" y="1609344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₹6.1 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349240" y="1751076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DDT Assessment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589520" y="1751076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₹1.04 Cr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349240" y="1892808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&amp; Cloud Opt.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589520" y="1892808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₹69.0 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349240" y="203454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D&amp;D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589520" y="203454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₹50.0 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303520" y="2423160"/>
            <a:ext cx="3566160" cy="274320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30352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Collected: ₹2.55 Cr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03520" y="2788920"/>
            <a:ext cx="356616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530352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FC3F7"/>
                </a:solidFill>
              </a:rPr>
              <a:t>INVOICED — PAYMENT PENDING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349240" y="320040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Modelez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589520" y="320040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₹8.5 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349240" y="3342132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HAP Observability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589520" y="3342132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₹20.95 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349240" y="3483864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&amp; Cloud Opt.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589520" y="3483864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₹37.0 L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349240" y="3625596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Ext.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589520" y="3625596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₹2.29 Cr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349240" y="3767328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(Vijay)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589520" y="3767328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₹8.0 L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303520" y="4251960"/>
            <a:ext cx="3566160" cy="274320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5303520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Invoiced (Pending): ₹3.03 Cr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Total Billed FY 2025–26: ₹5.58 Cr (₹2.55 Cr Collected + ₹3.03 Cr Invoiced, payment expected ~Sep)  |  Managed Revenue: ₹3.18 Cr (New Stream)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PROJECTS DELIVERED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Unified DevSecOps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Lead / SME  |  Team: 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2608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Scalable DevSecOps framework with integrated SecOps &amp; code quality scanning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Standardized image model across dev, test &amp; prod environments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Deployment time ↓ 50%; Pipeline availability → 100%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Audit-ready artifact storage &amp; compliance governance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Value: Risk · Speed · 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82112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73552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&amp; RPA NewRelic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73552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73552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3273552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7355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monitoring: NewRelic integrated with Azure for ACS &amp; RPA bots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Custom executive dashboards with real-time insights &amp; actionable metrics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73552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Color-coded alerts + trend analysis for proactive issue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Cost dashboard for utilization tracking &amp; transparency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Value: Visibility · Risk · Cost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3056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0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54496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HAP LaunchPad 2.0 — Governance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54496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54496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5449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approval workflow: Gate 1, 1.5 &amp; 2 in one seamless traceable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54496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Leadership dashboards with SLA timelines &amp; governance status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54496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Approval timelines reduced: weeks → days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54496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Centralized evidence storage for audit readiness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solidFill>
            <a:srgbClr val="00695C">
              <a:alpha val="1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Value: Governance · Speed ·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PORTFOLIO &amp; CROSS-ACCOUNT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3716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Unilever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 &amp; DevOps Architect / Engagement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major projects; DevOps team scaled 2→6; Full delivery 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GenAI infra architecture on Azure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Dataverse GenAI infra on AWS; DevOps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Created for Next Year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&amp; RPA Unified Pipeline — GCP migration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NewRelic Observability — Phase 2 for ACS bots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397764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DevSecOps Pipeline — Phase 3 extension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Azure infrastructure security hardening (vulnerabilities, network)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CREATED FOR CLIENTS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cycles shortened from days → hours; faster market responsiveness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Standardization &amp; automation enabled faster environment provisioning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Gate approvals: weeks → days via LaunchPad governance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code quality &amp; compliance governance in CI/CD pipeline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SLA adherence on critical gate approvals (LaunchPad)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Reusable DevSecOps frameworks &amp; scalable architecture patterns created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RISK &amp; 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Enhanced security posture — SecOps tools integrated in pipeline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Designed scalable &amp; secured GenAI architecture for GCPL on Azure — production-ready, future-proof foundation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Full bot visibility via NewRelic: proactive alerts &amp; color-coded monitoring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73152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Optimized infrastructure utilization &amp; deployment effort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Cost transparency dashboard for utilization trend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Infrastructure governance improvements reduce operational overhead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DELIVERY — BROADER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Building &amp; Scaling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56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Expanded DevOps capability from 2 to 6 members; improved delivery maturity and execution capability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0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Mentoring &amp; Capability Building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Mentored an intern to develop 3 functional solutions; focused on internal capability growth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&amp; Compliance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Supported ESE &amp; GCC audits; ensured compliance readiness and client-facing risk management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786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RFP &amp; Business Development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Contributed to 4 RFP initiatives, supporting pipeline creation with significant revenue potential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Cross-Team Delivery Support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5156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Guided teams through dependencies; stakeholder discussions to unblock delivery &amp; release hurdles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77056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Certifications &amp; Continuous Learning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Completed 4 professional certifications enhancing depth in Cloud &amp; DevOps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COMMITMENTS FOR H2 &amp; ENABLERS NEEDED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</a:rPr>
              <a:t>H2 COMMITMENTS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389120" cy="45720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Target Revenue: ₹2 Cr (Generative)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Cloud-native modernization &amp; migration engagements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DevOps maturity transformation for key accounts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Extend DevSecOps pipeline to Phase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NewRelic observability rollout for ACS bots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ACS Bot migration to GCP Cloud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Azure security hardening (vulnerabilities + network)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Pipeline conversion &amp; account expansion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914400"/>
            <a:ext cx="37490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ENABLERS FROM LEADERSHIP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146304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57800" y="146304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Skilled Resource Pool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Access to niche talent in Observability &amp; DevOps for scaling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57800" y="256032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7800" y="256032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Decision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907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Guidance on critical architectural and client-facing decisions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365760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365760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Engagement Admin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0050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Support for audit docs, opportunity/engagement code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Consistent Delivery. Revenue Beyond Targets.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Established a strong foundation for scalable Cloud, DevOps &amp; Observability practices.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Committed to driving larger transformation programs, client growth &amp; organizational capability enhancement.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Manivel M  ·  Senior Manager, Cloud &amp; DevOps Architect  ·  Performance Discussion FY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2026</dc:title>
  <dc:subject>PptxGenJS Presentation</dc:subject>
  <dc:creator>Senior Manager, Cloud &amp; DevOps Architect</dc:creator>
  <cp:lastModifiedBy>Senior Manager, Cloud &amp; DevOps Architect</cp:lastModifiedBy>
  <cp:revision>1</cp:revision>
  <dcterms:created xsi:type="dcterms:W3CDTF">2026-05-24T14:47:49Z</dcterms:created>
  <dcterms:modified xsi:type="dcterms:W3CDTF">2026-05-24T14:47:49Z</dcterms:modified>
</cp:coreProperties>
</file>