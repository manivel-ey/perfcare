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PERFORMANCE REVIEW ·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Manivel 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" y="2103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Senior Manager – Cloud &amp; DevOps Architect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384048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Delivery Excellence  ·  Revenue Growth  ·  Client Impact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47472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Performance Discussion – FY 2025–26  ·  Director &amp; Partner Review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1993392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₹3.69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Generative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Total billed this year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914400"/>
            <a:ext cx="1993392" cy="1554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₹3.18 Cr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50592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Managed 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SCNC Agentic Deployment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914400"/>
            <a:ext cx="1993392" cy="15544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₹6.88 Cr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26864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Revenue Influence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Generative + Managed combined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03136" y="914400"/>
            <a:ext cx="1993392" cy="155448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 Clients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03136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Portfolio Managed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Unilever · GCPL · MSIL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Highlights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Team &amp; Leadership: Established and scaled the DevOps delivery team; onboarded intern who built 3 AI-powered products; mentored team on DevSecOps capability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392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Business Skills: Generated ₹3.69 Cr (Generative) + ₹3.18 Cr (Managed) revenue; supported 5 RFPs — Valterra, Tavant, MSIL, RIL &amp; JSW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3767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Technical Skills: Delivered 3 programs for Unilever; architected GenAI infrastructure for GCPL (Azure) &amp; MSIL (AWS); completed 8 courses incl. AI, MLOps &amp; FinOps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142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QRM: Participated in ESE &amp; GCC audits; built reusable DevSecOps frameworks; ensured compliance &amp; governance across all engagements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PERFORMANCE — FY 2025–26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</a:rPr>
              <a:t>GENERATIVE REVENUE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261872"/>
            <a:ext cx="512064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261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Generative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08960" y="1261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₹3,69,49,370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167335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C3F7"/>
                </a:solidFill>
              </a:rPr>
              <a:t>UL HAP DevOps Opt.  ·  UL Cloud Governance  ·  UL GenAI Dev  ·  UL HAP Observability  ·  UL DevOps &amp; Cloud Gov. Ph1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98064" y="2194560"/>
            <a:ext cx="73152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487168"/>
            <a:ext cx="4389120" cy="8046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487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Collected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4871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₹75,11,000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8346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UL GenAI Dev (Vijay)  ₹6,11,000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" y="30175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UL DevOps &amp; Cloud Governance  ₹69,00,000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98064" y="3310128"/>
            <a:ext cx="73152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5840" y="3602736"/>
            <a:ext cx="3657600" cy="1261872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15568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Invoiced — Payment Pending (~Sep)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64992" y="36027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₹2,94,38,370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3977640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HAP DevOps Opt. (Ext.)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91840" y="3977640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₹2,29,47,194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88720" y="4151376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Cloud Governance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291840" y="4151376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₹17,36,411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88720" y="4325112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HAP Observability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91840" y="4325112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₹20,95,924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88720" y="4498848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GenAI Dev (Vijay)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91840" y="4498848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₹7,40,708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88720" y="4672584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DevOps &amp; Cloud Gov. Ph1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291840" y="4672584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₹13,18,133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66928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148C"/>
                </a:solidFill>
              </a:rPr>
              <a:t>MANAGED REVENUE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69280" y="1261872"/>
            <a:ext cx="3291840" cy="100584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806440" y="1298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New Revenue Stream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06440" y="15727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₹3,18,38,018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806440" y="2011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SCNC Agentic Deployment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69280" y="2468880"/>
            <a:ext cx="329184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3"/>
          <p:cNvSpPr/>
          <p:nvPr/>
        </p:nvSpPr>
        <p:spPr>
          <a:xfrm>
            <a:off x="5669280" y="2578608"/>
            <a:ext cx="3291840" cy="10058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806440" y="26243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Total Revenue Influence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806440" y="2898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₹6,87,87,388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5806440" y="33832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C0"/>
                </a:solidFill>
              </a:rPr>
              <a:t>Generative + Managed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8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Generative Revenue: ₹75.11 L collected · ₹2,94,38,370 invoiced &amp; awaiting payment (~Sep)  |  Managed Revenue: New stream, ₹3.18 Cr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PROJECTS DELIVERED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Unified DevSecOps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Lead / SME  |  Team: 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2608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Scalable DevSecOps framework with integrated SecOps &amp; code quality scanning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Standardized image model across dev, test &amp; prod environments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Deployment time ↓ 50%; Pipeline availability → 100%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608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Audit-ready artifact storage &amp; compliance governance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Value: Risk · Speed · Quality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82112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73552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&amp; RPA NewRelic Observability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73552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73552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1"/>
          <p:cNvSpPr/>
          <p:nvPr/>
        </p:nvSpPr>
        <p:spPr>
          <a:xfrm>
            <a:off x="3273552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273552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monitoring: NewRelic integrated with Azure for ACS &amp; RPA bots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3552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Custom executive dashboards with real-time insights &amp; actionable metrics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73552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Color-coded alerts + trend analysis for proactive issue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73552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Cost dashboard for utilization tracking &amp; transparency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Value: Visibility · Risk · Cost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63056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3" name="Text 30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54496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HAP LaunchPad 2.0 — Governance Platform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54496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2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54496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4"/>
          <p:cNvSpPr/>
          <p:nvPr/>
        </p:nvSpPr>
        <p:spPr>
          <a:xfrm>
            <a:off x="6254496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254496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approval workflow: Gate 1, 1.5 &amp; 2 in one seamless traceable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54496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Leadership dashboards with SLA timelines &amp; governance status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54496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Approval timelines reduced: weeks → days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254496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Centralized evidence storage for audit readiness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solidFill>
            <a:srgbClr val="00695C">
              <a:alpha val="1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Value: Governance · Speed ·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PORTFOLIO &amp; CROSS-ACCOUNT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3716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Unilever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 &amp; DevOps Architect / Engagement 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major projects; DevOps team scaled 2→6; Full delivery 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GenAI infra architecture on Azure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Dataverse GenAI infra on AWS; DevOps 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Pipeline Created for Next Year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004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&amp; RPA Unified Pipeline — GCP migration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004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NewRelic Observability — Phase 2 for ACS bots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397764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DevSecOps Pipeline — Phase 3 extension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463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Azure infrastructure security hardening (vulnerabilities, network)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CREATED FOR CLIENTS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 cycles shortened from days → hours; faster market responsiveness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Standardization &amp; automation enabled faster environment provisioning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Gate approvals: weeks → days via LaunchPad governance platform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60120"/>
            <a:ext cx="73152" cy="18288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</a:rPr>
              <a:t>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code quality &amp; compliance governance in CI/CD pipeline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SLA adherence on critical gate approvals (LaunchPad)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204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Reusable DevSecOps frameworks &amp; scalable architecture patterns created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RISK &amp; SECURITY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Enhanced security posture — SecOps tools integrated in pipeline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Designed scalable &amp; secured GenAI architecture for GCPL on Azure — production-ready, future-proof foundation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Full bot visibility via NewRelic: proactive alerts &amp; color-coded monitoring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71800"/>
            <a:ext cx="73152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COST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Optimized infrastructure utilization &amp; deployment effort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9204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Cost transparency dashboard for utilization trend analysis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9204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Infrastructure governance improvements reduce operational overhead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BEYOND DELIVERY — BROADER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Team Building &amp; Scaling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56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Established and scaled the DevOps delivery team; improved delivery maturity and execution capability across Unilever engagements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801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Mentoring &amp; Capability Building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Onboarded intern; co-built 3 AI-powered products: AI Unit Test Generator, Bug Analyser in IDE &amp; ADO Project Provisioner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86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Audit &amp; Compliance (QRM)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5156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Participated in ESE &amp; GCC audits; ensured compliance readiness and governance across all client engagements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70916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7860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RFP &amp; Business Development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Supported 5 RFP opportunities — Valterra, Tavant, MSIL, RIL &amp; JSW — contributing to significant future revenue pipeline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7056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Cross-Team Delivery Support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05156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Guided teams through dependencies; stakeholder discussions to unblock delivery hurdles and release blockers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77056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Continuous Learning — 8 Courses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48640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Cybersecurity Foundations · AI for Everyone · Architecting AI Solutions · MLOps · Cloud FinOps · Intro to FinOps · Intro to FOCUS · Claude 101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COMMITMENTS FOR 2026–27 &amp; ENABLERS NEEDED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</a:rPr>
              <a:t>2026–27 COMMITMENTS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Cloud-native modernization &amp; migration engagements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110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DevOps maturity transformation for key accounts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Extend DevSecOps pipeline to Phase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NewRelic observability rollout for ACS bots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security hardening (vulnerabilities + network)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Pipeline conversion &amp; account expansion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914400"/>
            <a:ext cx="37490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ENABLERS FROM LEADERSHIP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57800" y="1481328"/>
            <a:ext cx="3474720" cy="1554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1481328"/>
            <a:ext cx="64008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591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Skilled Resource Pool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9842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Access to niche talent in Observability &amp; DevOps to scale delivery capacity and meet growing client demand effectively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3264408"/>
            <a:ext cx="3474720" cy="1554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264408"/>
            <a:ext cx="64008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3741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Engagement Administration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7673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 for audit documentation, opportunity creation and engagement code management to reduce overhead on delivery teams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Consistent Delivery. Revenue Beyond Targets.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Established a strong foundation for scalable Cloud, DevOps &amp; Observability practices.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Committed to driving larger transformation programs, client growth &amp; organizational capability enhancement.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Manivel M  ·  Senior Manager, Cloud &amp; DevOps Architect  ·  Performance Discussion FY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Review 2026</dc:title>
  <dc:subject>PptxGenJS Presentation</dc:subject>
  <dc:creator>Senior Manager, Cloud &amp; DevOps Architect</dc:creator>
  <cp:lastModifiedBy>Senior Manager, Cloud &amp; DevOps Architect</cp:lastModifiedBy>
  <cp:revision>1</cp:revision>
  <dcterms:created xsi:type="dcterms:W3CDTF">2026-05-27T03:11:49Z</dcterms:created>
  <dcterms:modified xsi:type="dcterms:W3CDTF">2026-05-27T03:11:49Z</dcterms:modified>
</cp:coreProperties>
</file>